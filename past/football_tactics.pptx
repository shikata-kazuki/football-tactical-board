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12"/>
  </p:notesMasterIdLst>
  <p:handoutMasterIdLst>
    <p:handoutMasterId r:id="rId13"/>
  </p:handoutMasterIdLst>
  <p:sldIdLst>
    <p:sldId id="257" r:id="rId2"/>
    <p:sldId id="336" r:id="rId3"/>
    <p:sldId id="335" r:id="rId4"/>
    <p:sldId id="337" r:id="rId5"/>
    <p:sldId id="338" r:id="rId6"/>
    <p:sldId id="339" r:id="rId7"/>
    <p:sldId id="341" r:id="rId8"/>
    <p:sldId id="343" r:id="rId9"/>
    <p:sldId id="342" r:id="rId10"/>
    <p:sldId id="334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A3A3"/>
    <a:srgbClr val="008800"/>
    <a:srgbClr val="003D6B"/>
    <a:srgbClr val="6C6C6C"/>
    <a:srgbClr val="EE5D02"/>
    <a:srgbClr val="FFFFFF"/>
    <a:srgbClr val="85FF85"/>
    <a:srgbClr val="004400"/>
    <a:srgbClr val="ECE4E7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79904-5DA7-4D55-87FA-338C5B126C51}" v="32" dt="2026-04-07T08:49:31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00" d="100"/>
          <a:sy n="300" d="100"/>
        </p:scale>
        <p:origin x="216" y="8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一稀 志方" userId="44e4058b859d3eef" providerId="LiveId" clId="{D66CF262-1549-4731-9ECD-606396822B96}"/>
    <pc:docChg chg="undo redo custSel addSld delSld modSld">
      <pc:chgData name="一稀 志方" userId="44e4058b859d3eef" providerId="LiveId" clId="{D66CF262-1549-4731-9ECD-606396822B96}" dt="2026-04-05T04:30:21.621" v="1462" actId="1076"/>
      <pc:docMkLst>
        <pc:docMk/>
      </pc:docMkLst>
      <pc:sldChg chg="modSp mod">
        <pc:chgData name="一稀 志方" userId="44e4058b859d3eef" providerId="LiveId" clId="{D66CF262-1549-4731-9ECD-606396822B96}" dt="2026-04-04T04:55:21.751" v="360" actId="207"/>
        <pc:sldMkLst>
          <pc:docMk/>
          <pc:sldMk cId="547910468" sldId="341"/>
        </pc:sldMkLst>
        <pc:spChg chg="mod">
          <ac:chgData name="一稀 志方" userId="44e4058b859d3eef" providerId="LiveId" clId="{D66CF262-1549-4731-9ECD-606396822B96}" dt="2026-04-04T04:55:21.751" v="360" actId="207"/>
          <ac:spMkLst>
            <pc:docMk/>
            <pc:sldMk cId="547910468" sldId="341"/>
            <ac:spMk id="57" creationId="{986924DB-1BF3-47D0-D7ED-89D4AF63EA16}"/>
          </ac:spMkLst>
        </pc:spChg>
        <pc:spChg chg="mod">
          <ac:chgData name="一稀 志方" userId="44e4058b859d3eef" providerId="LiveId" clId="{D66CF262-1549-4731-9ECD-606396822B96}" dt="2026-04-04T04:55:21.751" v="360" actId="207"/>
          <ac:spMkLst>
            <pc:docMk/>
            <pc:sldMk cId="547910468" sldId="341"/>
            <ac:spMk id="58" creationId="{ADD5AD87-0DA4-0D34-59E5-34A78C1931E9}"/>
          </ac:spMkLst>
        </pc:spChg>
        <pc:grpChg chg="mod">
          <ac:chgData name="一稀 志方" userId="44e4058b859d3eef" providerId="LiveId" clId="{D66CF262-1549-4731-9ECD-606396822B96}" dt="2026-04-04T04:55:21.751" v="360" actId="207"/>
          <ac:grpSpMkLst>
            <pc:docMk/>
            <pc:sldMk cId="547910468" sldId="341"/>
            <ac:grpSpMk id="59" creationId="{B2D278B2-E022-A5BF-F8FF-FA318AECF556}"/>
          </ac:grpSpMkLst>
        </pc:grpChg>
      </pc:sldChg>
      <pc:sldChg chg="addSp delSp modSp add mod setBg">
        <pc:chgData name="一稀 志方" userId="44e4058b859d3eef" providerId="LiveId" clId="{D66CF262-1549-4731-9ECD-606396822B96}" dt="2026-04-05T04:30:21.621" v="1462" actId="1076"/>
        <pc:sldMkLst>
          <pc:docMk/>
          <pc:sldMk cId="2231459199" sldId="343"/>
        </pc:sldMkLst>
        <pc:spChg chg="add del">
          <ac:chgData name="一稀 志方" userId="44e4058b859d3eef" providerId="LiveId" clId="{D66CF262-1549-4731-9ECD-606396822B96}" dt="2026-04-04T04:30:42.756" v="2" actId="478"/>
          <ac:spMkLst>
            <pc:docMk/>
            <pc:sldMk cId="2231459199" sldId="343"/>
            <ac:spMk id="5" creationId="{69790E85-A49F-0C58-4507-9DA57E2D755A}"/>
          </ac:spMkLst>
        </pc:spChg>
        <pc:spChg chg="mod">
          <ac:chgData name="一稀 志方" userId="44e4058b859d3eef" providerId="LiveId" clId="{D66CF262-1549-4731-9ECD-606396822B96}" dt="2026-04-04T04:39:26.854" v="248" actId="207"/>
          <ac:spMkLst>
            <pc:docMk/>
            <pc:sldMk cId="2231459199" sldId="343"/>
            <ac:spMk id="6" creationId="{EC831ACF-BC5E-8E3C-B930-5992F43F514C}"/>
          </ac:spMkLst>
        </pc:spChg>
        <pc:spChg chg="add del">
          <ac:chgData name="一稀 志方" userId="44e4058b859d3eef" providerId="LiveId" clId="{D66CF262-1549-4731-9ECD-606396822B96}" dt="2026-04-04T04:30:42.756" v="2" actId="478"/>
          <ac:spMkLst>
            <pc:docMk/>
            <pc:sldMk cId="2231459199" sldId="343"/>
            <ac:spMk id="7" creationId="{5700FC32-63F1-89E0-98CE-E89757C3233F}"/>
          </ac:spMkLst>
        </pc:spChg>
        <pc:spChg chg="add del">
          <ac:chgData name="一稀 志方" userId="44e4058b859d3eef" providerId="LiveId" clId="{D66CF262-1549-4731-9ECD-606396822B96}" dt="2026-04-04T04:30:42.756" v="2" actId="478"/>
          <ac:spMkLst>
            <pc:docMk/>
            <pc:sldMk cId="2231459199" sldId="343"/>
            <ac:spMk id="9" creationId="{DC344E42-DFA5-7112-F3E9-D45A72FF707D}"/>
          </ac:spMkLst>
        </pc:spChg>
        <pc:spChg chg="add del">
          <ac:chgData name="一稀 志方" userId="44e4058b859d3eef" providerId="LiveId" clId="{D66CF262-1549-4731-9ECD-606396822B96}" dt="2026-04-04T04:30:42.756" v="2" actId="478"/>
          <ac:spMkLst>
            <pc:docMk/>
            <pc:sldMk cId="2231459199" sldId="343"/>
            <ac:spMk id="12" creationId="{5B400F26-6A34-4557-C681-655751CD6FD7}"/>
          </ac:spMkLst>
        </pc:spChg>
        <pc:spChg chg="add del">
          <ac:chgData name="一稀 志方" userId="44e4058b859d3eef" providerId="LiveId" clId="{D66CF262-1549-4731-9ECD-606396822B96}" dt="2026-04-04T04:30:42.756" v="2" actId="478"/>
          <ac:spMkLst>
            <pc:docMk/>
            <pc:sldMk cId="2231459199" sldId="343"/>
            <ac:spMk id="14" creationId="{5477596F-AE4C-C43C-3B5B-DB010765777A}"/>
          </ac:spMkLst>
        </pc:spChg>
        <pc:spChg chg="mod topLvl">
          <ac:chgData name="一稀 志方" userId="44e4058b859d3eef" providerId="LiveId" clId="{D66CF262-1549-4731-9ECD-606396822B96}" dt="2026-04-05T04:05:54.831" v="1130" actId="165"/>
          <ac:spMkLst>
            <pc:docMk/>
            <pc:sldMk cId="2231459199" sldId="343"/>
            <ac:spMk id="16" creationId="{1A75F191-E63A-A2A2-BBBD-98351F3074E7}"/>
          </ac:spMkLst>
        </pc:spChg>
        <pc:spChg chg="mod topLvl">
          <ac:chgData name="一稀 志方" userId="44e4058b859d3eef" providerId="LiveId" clId="{D66CF262-1549-4731-9ECD-606396822B96}" dt="2026-04-05T04:05:54.831" v="1130" actId="165"/>
          <ac:spMkLst>
            <pc:docMk/>
            <pc:sldMk cId="2231459199" sldId="343"/>
            <ac:spMk id="17" creationId="{8D3C6410-1CD0-E1A9-788F-5119C28BBFCD}"/>
          </ac:spMkLst>
        </pc:spChg>
        <pc:spChg chg="mod topLvl">
          <ac:chgData name="一稀 志方" userId="44e4058b859d3eef" providerId="LiveId" clId="{D66CF262-1549-4731-9ECD-606396822B96}" dt="2026-04-05T04:05:54.831" v="1130" actId="165"/>
          <ac:spMkLst>
            <pc:docMk/>
            <pc:sldMk cId="2231459199" sldId="343"/>
            <ac:spMk id="18" creationId="{BAFD7E2C-F519-4A3F-2F5D-AD250CB7F730}"/>
          </ac:spMkLst>
        </pc:spChg>
        <pc:spChg chg="mod topLvl">
          <ac:chgData name="一稀 志方" userId="44e4058b859d3eef" providerId="LiveId" clId="{D66CF262-1549-4731-9ECD-606396822B96}" dt="2026-04-05T04:05:54.831" v="1130" actId="165"/>
          <ac:spMkLst>
            <pc:docMk/>
            <pc:sldMk cId="2231459199" sldId="343"/>
            <ac:spMk id="19" creationId="{35A0EB9A-C52E-63FA-CA21-4B6B8AA57997}"/>
          </ac:spMkLst>
        </pc:spChg>
        <pc:spChg chg="mod topLvl">
          <ac:chgData name="一稀 志方" userId="44e4058b859d3eef" providerId="LiveId" clId="{D66CF262-1549-4731-9ECD-606396822B96}" dt="2026-04-05T04:05:54.831" v="1130" actId="165"/>
          <ac:spMkLst>
            <pc:docMk/>
            <pc:sldMk cId="2231459199" sldId="343"/>
            <ac:spMk id="20" creationId="{249342C6-6B86-EACA-C0ED-E7F62FB21B0D}"/>
          </ac:spMkLst>
        </pc:spChg>
        <pc:spChg chg="mod topLvl">
          <ac:chgData name="一稀 志方" userId="44e4058b859d3eef" providerId="LiveId" clId="{D66CF262-1549-4731-9ECD-606396822B96}" dt="2026-04-05T04:05:54.831" v="1130" actId="165"/>
          <ac:spMkLst>
            <pc:docMk/>
            <pc:sldMk cId="2231459199" sldId="343"/>
            <ac:spMk id="21" creationId="{8DFF68F2-0771-6256-5331-BBA68E90F48D}"/>
          </ac:spMkLst>
        </pc:spChg>
        <pc:spChg chg="mod topLvl">
          <ac:chgData name="一稀 志方" userId="44e4058b859d3eef" providerId="LiveId" clId="{D66CF262-1549-4731-9ECD-606396822B96}" dt="2026-04-05T04:05:54.831" v="1130" actId="165"/>
          <ac:spMkLst>
            <pc:docMk/>
            <pc:sldMk cId="2231459199" sldId="343"/>
            <ac:spMk id="24" creationId="{4F745C0E-0E7B-A3D4-61C2-ADF0C777D6CD}"/>
          </ac:spMkLst>
        </pc:spChg>
        <pc:spChg chg="mod topLvl">
          <ac:chgData name="一稀 志方" userId="44e4058b859d3eef" providerId="LiveId" clId="{D66CF262-1549-4731-9ECD-606396822B96}" dt="2026-04-05T04:05:54.831" v="1130" actId="165"/>
          <ac:spMkLst>
            <pc:docMk/>
            <pc:sldMk cId="2231459199" sldId="343"/>
            <ac:spMk id="25" creationId="{A408CD65-ED14-7DD9-8D86-3D7C2FBFE6DA}"/>
          </ac:spMkLst>
        </pc:spChg>
        <pc:spChg chg="mod topLvl">
          <ac:chgData name="一稀 志方" userId="44e4058b859d3eef" providerId="LiveId" clId="{D66CF262-1549-4731-9ECD-606396822B96}" dt="2026-04-05T04:05:54.831" v="1130" actId="165"/>
          <ac:spMkLst>
            <pc:docMk/>
            <pc:sldMk cId="2231459199" sldId="343"/>
            <ac:spMk id="26" creationId="{1BDCE65C-A41D-41B2-30E8-3D1B0ACC6553}"/>
          </ac:spMkLst>
        </pc:spChg>
        <pc:spChg chg="mod topLvl">
          <ac:chgData name="一稀 志方" userId="44e4058b859d3eef" providerId="LiveId" clId="{D66CF262-1549-4731-9ECD-606396822B96}" dt="2026-04-05T04:05:54.831" v="1130" actId="165"/>
          <ac:spMkLst>
            <pc:docMk/>
            <pc:sldMk cId="2231459199" sldId="343"/>
            <ac:spMk id="28" creationId="{A8EDF557-0A87-FBC1-E280-43DF022387CF}"/>
          </ac:spMkLst>
        </pc:spChg>
        <pc:spChg chg="mod">
          <ac:chgData name="一稀 志方" userId="44e4058b859d3eef" providerId="LiveId" clId="{D66CF262-1549-4731-9ECD-606396822B96}" dt="2026-04-05T04:19:49.055" v="1280" actId="164"/>
          <ac:spMkLst>
            <pc:docMk/>
            <pc:sldMk cId="2231459199" sldId="343"/>
            <ac:spMk id="33" creationId="{F38331FD-07FB-D354-975D-40FFAF4F990E}"/>
          </ac:spMkLst>
        </pc:spChg>
        <pc:spChg chg="mod topLvl">
          <ac:chgData name="一稀 志方" userId="44e4058b859d3eef" providerId="LiveId" clId="{D66CF262-1549-4731-9ECD-606396822B96}" dt="2026-04-04T13:24:15.099" v="730" actId="1036"/>
          <ac:spMkLst>
            <pc:docMk/>
            <pc:sldMk cId="2231459199" sldId="343"/>
            <ac:spMk id="34" creationId="{62D44774-0544-2CB7-84DA-057F0518E5DE}"/>
          </ac:spMkLst>
        </pc:spChg>
        <pc:spChg chg="mod">
          <ac:chgData name="一稀 志方" userId="44e4058b859d3eef" providerId="LiveId" clId="{D66CF262-1549-4731-9ECD-606396822B96}" dt="2026-04-05T04:06:44.464" v="1149" actId="1076"/>
          <ac:spMkLst>
            <pc:docMk/>
            <pc:sldMk cId="2231459199" sldId="343"/>
            <ac:spMk id="36" creationId="{E6B60EE4-3C00-76EC-B2B2-CA0D2FE526D0}"/>
          </ac:spMkLst>
        </pc:spChg>
        <pc:spChg chg="add mod">
          <ac:chgData name="一稀 志方" userId="44e4058b859d3eef" providerId="LiveId" clId="{D66CF262-1549-4731-9ECD-606396822B96}" dt="2026-04-05T04:06:42.333" v="1148" actId="1076"/>
          <ac:spMkLst>
            <pc:docMk/>
            <pc:sldMk cId="2231459199" sldId="343"/>
            <ac:spMk id="37" creationId="{327C6496-38B8-86B5-DB84-B2AAE4BDE6C1}"/>
          </ac:spMkLst>
        </pc:spChg>
        <pc:spChg chg="mod topLvl">
          <ac:chgData name="一稀 志方" userId="44e4058b859d3eef" providerId="LiveId" clId="{D66CF262-1549-4731-9ECD-606396822B96}" dt="2026-04-04T13:21:04.902" v="539" actId="165"/>
          <ac:spMkLst>
            <pc:docMk/>
            <pc:sldMk cId="2231459199" sldId="343"/>
            <ac:spMk id="42" creationId="{2B20D8FF-7E18-85F8-F90A-12AA7C4A5104}"/>
          </ac:spMkLst>
        </pc:spChg>
        <pc:spChg chg="mod topLvl">
          <ac:chgData name="一稀 志方" userId="44e4058b859d3eef" providerId="LiveId" clId="{D66CF262-1549-4731-9ECD-606396822B96}" dt="2026-04-05T04:19:49.055" v="1280" actId="164"/>
          <ac:spMkLst>
            <pc:docMk/>
            <pc:sldMk cId="2231459199" sldId="343"/>
            <ac:spMk id="43" creationId="{ECC563E2-11F4-DD54-C866-6820EE5B2AB3}"/>
          </ac:spMkLst>
        </pc:spChg>
        <pc:spChg chg="mod">
          <ac:chgData name="一稀 志方" userId="44e4058b859d3eef" providerId="LiveId" clId="{D66CF262-1549-4731-9ECD-606396822B96}" dt="2026-04-05T04:19:49.055" v="1280" actId="164"/>
          <ac:spMkLst>
            <pc:docMk/>
            <pc:sldMk cId="2231459199" sldId="343"/>
            <ac:spMk id="44" creationId="{093A8315-4C9F-E1E0-6C81-03A5FB3ABB1E}"/>
          </ac:spMkLst>
        </pc:spChg>
        <pc:spChg chg="mod">
          <ac:chgData name="一稀 志方" userId="44e4058b859d3eef" providerId="LiveId" clId="{D66CF262-1549-4731-9ECD-606396822B96}" dt="2026-04-05T04:19:49.055" v="1280" actId="164"/>
          <ac:spMkLst>
            <pc:docMk/>
            <pc:sldMk cId="2231459199" sldId="343"/>
            <ac:spMk id="45" creationId="{5FB5621D-BDEF-976B-24F3-54A39478E4A5}"/>
          </ac:spMkLst>
        </pc:spChg>
        <pc:spChg chg="mod">
          <ac:chgData name="一稀 志方" userId="44e4058b859d3eef" providerId="LiveId" clId="{D66CF262-1549-4731-9ECD-606396822B96}" dt="2026-04-05T04:07:01.734" v="1159" actId="1076"/>
          <ac:spMkLst>
            <pc:docMk/>
            <pc:sldMk cId="2231459199" sldId="343"/>
            <ac:spMk id="47" creationId="{2A59DBDF-B5DD-B8C0-B203-C59DC2AE00F3}"/>
          </ac:spMkLst>
        </pc:spChg>
        <pc:spChg chg="mod">
          <ac:chgData name="一稀 志方" userId="44e4058b859d3eef" providerId="LiveId" clId="{D66CF262-1549-4731-9ECD-606396822B96}" dt="2026-04-05T04:07:01.734" v="1159" actId="1076"/>
          <ac:spMkLst>
            <pc:docMk/>
            <pc:sldMk cId="2231459199" sldId="343"/>
            <ac:spMk id="48" creationId="{4A580F99-B6C7-2C17-1721-CEAD5C895990}"/>
          </ac:spMkLst>
        </pc:spChg>
        <pc:spChg chg="mod">
          <ac:chgData name="一稀 志方" userId="44e4058b859d3eef" providerId="LiveId" clId="{D66CF262-1549-4731-9ECD-606396822B96}" dt="2026-04-05T04:07:01.734" v="1159" actId="1076"/>
          <ac:spMkLst>
            <pc:docMk/>
            <pc:sldMk cId="2231459199" sldId="343"/>
            <ac:spMk id="49" creationId="{F81EA118-4D4A-C0EA-7EA7-CF0BD236D961}"/>
          </ac:spMkLst>
        </pc:spChg>
        <pc:spChg chg="add mod">
          <ac:chgData name="一稀 志方" userId="44e4058b859d3eef" providerId="LiveId" clId="{D66CF262-1549-4731-9ECD-606396822B96}" dt="2026-04-05T04:07:01.734" v="1159" actId="1076"/>
          <ac:spMkLst>
            <pc:docMk/>
            <pc:sldMk cId="2231459199" sldId="343"/>
            <ac:spMk id="50" creationId="{D99D030E-B4F3-A6C3-112D-B7711DD265D7}"/>
          </ac:spMkLst>
        </pc:spChg>
        <pc:spChg chg="add mod">
          <ac:chgData name="一稀 志方" userId="44e4058b859d3eef" providerId="LiveId" clId="{D66CF262-1549-4731-9ECD-606396822B96}" dt="2026-04-04T13:22:08.440" v="637" actId="14100"/>
          <ac:spMkLst>
            <pc:docMk/>
            <pc:sldMk cId="2231459199" sldId="343"/>
            <ac:spMk id="51" creationId="{217B6713-D4B3-A874-AE78-4C8B35FA2BE3}"/>
          </ac:spMkLst>
        </pc:spChg>
        <pc:spChg chg="add mod">
          <ac:chgData name="一稀 志方" userId="44e4058b859d3eef" providerId="LiveId" clId="{D66CF262-1549-4731-9ECD-606396822B96}" dt="2026-04-04T13:22:22.541" v="640" actId="571"/>
          <ac:spMkLst>
            <pc:docMk/>
            <pc:sldMk cId="2231459199" sldId="343"/>
            <ac:spMk id="59" creationId="{FAF42EC8-EDE6-8D5F-DDA3-4D3F9F3C5B07}"/>
          </ac:spMkLst>
        </pc:spChg>
        <pc:spChg chg="add mod">
          <ac:chgData name="一稀 志方" userId="44e4058b859d3eef" providerId="LiveId" clId="{D66CF262-1549-4731-9ECD-606396822B96}" dt="2026-04-05T04:19:49.055" v="1280" actId="164"/>
          <ac:spMkLst>
            <pc:docMk/>
            <pc:sldMk cId="2231459199" sldId="343"/>
            <ac:spMk id="60" creationId="{40759B04-FC4B-6E0F-3A71-14DF0C491A02}"/>
          </ac:spMkLst>
        </pc:spChg>
        <pc:spChg chg="add mod">
          <ac:chgData name="一稀 志方" userId="44e4058b859d3eef" providerId="LiveId" clId="{D66CF262-1549-4731-9ECD-606396822B96}" dt="2026-04-05T04:19:49.055" v="1280" actId="164"/>
          <ac:spMkLst>
            <pc:docMk/>
            <pc:sldMk cId="2231459199" sldId="343"/>
            <ac:spMk id="61" creationId="{5FEA8FEC-E580-8DB2-1956-1993247A7C55}"/>
          </ac:spMkLst>
        </pc:spChg>
        <pc:spChg chg="add mod">
          <ac:chgData name="一稀 志方" userId="44e4058b859d3eef" providerId="LiveId" clId="{D66CF262-1549-4731-9ECD-606396822B96}" dt="2026-04-05T04:19:49.055" v="1280" actId="164"/>
          <ac:spMkLst>
            <pc:docMk/>
            <pc:sldMk cId="2231459199" sldId="343"/>
            <ac:spMk id="62" creationId="{7C168359-034F-4A80-DC04-C3884906C599}"/>
          </ac:spMkLst>
        </pc:spChg>
        <pc:spChg chg="add mod">
          <ac:chgData name="一稀 志方" userId="44e4058b859d3eef" providerId="LiveId" clId="{D66CF262-1549-4731-9ECD-606396822B96}" dt="2026-04-05T04:19:49.055" v="1280" actId="164"/>
          <ac:spMkLst>
            <pc:docMk/>
            <pc:sldMk cId="2231459199" sldId="343"/>
            <ac:spMk id="68" creationId="{E1C68FD7-E4FD-C2F8-952A-45B1059E9DA2}"/>
          </ac:spMkLst>
        </pc:spChg>
        <pc:spChg chg="add mod">
          <ac:chgData name="一稀 志方" userId="44e4058b859d3eef" providerId="LiveId" clId="{D66CF262-1549-4731-9ECD-606396822B96}" dt="2026-04-05T04:19:49.055" v="1280" actId="164"/>
          <ac:spMkLst>
            <pc:docMk/>
            <pc:sldMk cId="2231459199" sldId="343"/>
            <ac:spMk id="69" creationId="{A0F5C0C6-AE92-6414-D51F-7A90EE01D836}"/>
          </ac:spMkLst>
        </pc:spChg>
        <pc:spChg chg="add mod">
          <ac:chgData name="一稀 志方" userId="44e4058b859d3eef" providerId="LiveId" clId="{D66CF262-1549-4731-9ECD-606396822B96}" dt="2026-04-05T04:19:49.055" v="1280" actId="164"/>
          <ac:spMkLst>
            <pc:docMk/>
            <pc:sldMk cId="2231459199" sldId="343"/>
            <ac:spMk id="70" creationId="{0AF0AFF0-8B3C-A94D-E934-8B0459E261F1}"/>
          </ac:spMkLst>
        </pc:spChg>
        <pc:spChg chg="add mod">
          <ac:chgData name="一稀 志方" userId="44e4058b859d3eef" providerId="LiveId" clId="{D66CF262-1549-4731-9ECD-606396822B96}" dt="2026-04-04T13:25:01.686" v="779" actId="1036"/>
          <ac:spMkLst>
            <pc:docMk/>
            <pc:sldMk cId="2231459199" sldId="343"/>
            <ac:spMk id="71" creationId="{B68C13C8-77B4-8652-5728-8DE9D17AA28F}"/>
          </ac:spMkLst>
        </pc:spChg>
        <pc:spChg chg="add mod">
          <ac:chgData name="一稀 志方" userId="44e4058b859d3eef" providerId="LiveId" clId="{D66CF262-1549-4731-9ECD-606396822B96}" dt="2026-04-04T13:28:42.795" v="981" actId="164"/>
          <ac:spMkLst>
            <pc:docMk/>
            <pc:sldMk cId="2231459199" sldId="343"/>
            <ac:spMk id="72" creationId="{38CA96A9-A297-C9F8-10B2-443483B8B69F}"/>
          </ac:spMkLst>
        </pc:spChg>
        <pc:spChg chg="add mod">
          <ac:chgData name="一稀 志方" userId="44e4058b859d3eef" providerId="LiveId" clId="{D66CF262-1549-4731-9ECD-606396822B96}" dt="2026-04-04T13:24:48.772" v="743" actId="571"/>
          <ac:spMkLst>
            <pc:docMk/>
            <pc:sldMk cId="2231459199" sldId="343"/>
            <ac:spMk id="76" creationId="{97AD1CF1-8BA8-7DB3-C30E-CA483DC0053D}"/>
          </ac:spMkLst>
        </pc:spChg>
        <pc:spChg chg="add mod">
          <ac:chgData name="一稀 志方" userId="44e4058b859d3eef" providerId="LiveId" clId="{D66CF262-1549-4731-9ECD-606396822B96}" dt="2026-04-04T13:28:42.795" v="981" actId="164"/>
          <ac:spMkLst>
            <pc:docMk/>
            <pc:sldMk cId="2231459199" sldId="343"/>
            <ac:spMk id="77" creationId="{76401FC2-83D2-0615-E5E5-0CA182799770}"/>
          </ac:spMkLst>
        </pc:spChg>
        <pc:spChg chg="add mod">
          <ac:chgData name="一稀 志方" userId="44e4058b859d3eef" providerId="LiveId" clId="{D66CF262-1549-4731-9ECD-606396822B96}" dt="2026-04-04T13:28:42.795" v="981" actId="164"/>
          <ac:spMkLst>
            <pc:docMk/>
            <pc:sldMk cId="2231459199" sldId="343"/>
            <ac:spMk id="79" creationId="{10A3AB7F-AE29-AFD9-B45C-819A3A5E787D}"/>
          </ac:spMkLst>
        </pc:spChg>
        <pc:spChg chg="add del mod">
          <ac:chgData name="一稀 志方" userId="44e4058b859d3eef" providerId="LiveId" clId="{D66CF262-1549-4731-9ECD-606396822B96}" dt="2026-04-04T13:28:42.795" v="981" actId="164"/>
          <ac:spMkLst>
            <pc:docMk/>
            <pc:sldMk cId="2231459199" sldId="343"/>
            <ac:spMk id="80" creationId="{2447009A-6ABD-11ED-0DBB-3F1B81148339}"/>
          </ac:spMkLst>
        </pc:spChg>
        <pc:spChg chg="add mod">
          <ac:chgData name="一稀 志方" userId="44e4058b859d3eef" providerId="LiveId" clId="{D66CF262-1549-4731-9ECD-606396822B96}" dt="2026-04-04T13:28:42.795" v="981" actId="164"/>
          <ac:spMkLst>
            <pc:docMk/>
            <pc:sldMk cId="2231459199" sldId="343"/>
            <ac:spMk id="81" creationId="{466DE36A-28E2-6364-B017-CDEDC9F0A80F}"/>
          </ac:spMkLst>
        </pc:spChg>
        <pc:spChg chg="add mod">
          <ac:chgData name="一稀 志方" userId="44e4058b859d3eef" providerId="LiveId" clId="{D66CF262-1549-4731-9ECD-606396822B96}" dt="2026-04-04T13:28:42.795" v="981" actId="164"/>
          <ac:spMkLst>
            <pc:docMk/>
            <pc:sldMk cId="2231459199" sldId="343"/>
            <ac:spMk id="82" creationId="{817954C2-C84B-058A-6072-FC8F0CF0F5FB}"/>
          </ac:spMkLst>
        </pc:spChg>
        <pc:spChg chg="add mod">
          <ac:chgData name="一稀 志方" userId="44e4058b859d3eef" providerId="LiveId" clId="{D66CF262-1549-4731-9ECD-606396822B96}" dt="2026-04-04T13:28:42.795" v="981" actId="164"/>
          <ac:spMkLst>
            <pc:docMk/>
            <pc:sldMk cId="2231459199" sldId="343"/>
            <ac:spMk id="83" creationId="{131E27EC-D438-E443-C08F-D5A1C890123F}"/>
          </ac:spMkLst>
        </pc:spChg>
        <pc:spChg chg="mod">
          <ac:chgData name="一稀 志方" userId="44e4058b859d3eef" providerId="LiveId" clId="{D66CF262-1549-4731-9ECD-606396822B96}" dt="2026-04-04T13:26:20.992" v="875" actId="1036"/>
          <ac:spMkLst>
            <pc:docMk/>
            <pc:sldMk cId="2231459199" sldId="343"/>
            <ac:spMk id="84" creationId="{73257475-BB06-0056-8CAC-EA009EF3EA83}"/>
          </ac:spMkLst>
        </pc:spChg>
        <pc:spChg chg="mod">
          <ac:chgData name="一稀 志方" userId="44e4058b859d3eef" providerId="LiveId" clId="{D66CF262-1549-4731-9ECD-606396822B96}" dt="2026-04-04T13:26:08.364" v="839" actId="1036"/>
          <ac:spMkLst>
            <pc:docMk/>
            <pc:sldMk cId="2231459199" sldId="343"/>
            <ac:spMk id="87" creationId="{C16BCA41-6D0C-E874-0C19-E2265185BFE9}"/>
          </ac:spMkLst>
        </pc:spChg>
        <pc:spChg chg="add mod">
          <ac:chgData name="一稀 志方" userId="44e4058b859d3eef" providerId="LiveId" clId="{D66CF262-1549-4731-9ECD-606396822B96}" dt="2026-04-04T13:28:42.795" v="981" actId="164"/>
          <ac:spMkLst>
            <pc:docMk/>
            <pc:sldMk cId="2231459199" sldId="343"/>
            <ac:spMk id="88" creationId="{34B615DA-FA8C-A99E-826A-BA4944DCE12F}"/>
          </ac:spMkLst>
        </pc:spChg>
        <pc:spChg chg="add mod">
          <ac:chgData name="一稀 志方" userId="44e4058b859d3eef" providerId="LiveId" clId="{D66CF262-1549-4731-9ECD-606396822B96}" dt="2026-04-04T13:28:42.795" v="981" actId="164"/>
          <ac:spMkLst>
            <pc:docMk/>
            <pc:sldMk cId="2231459199" sldId="343"/>
            <ac:spMk id="91" creationId="{D6234DC3-7117-ED49-3979-57AE981AA9C8}"/>
          </ac:spMkLst>
        </pc:spChg>
        <pc:spChg chg="add mod">
          <ac:chgData name="一稀 志方" userId="44e4058b859d3eef" providerId="LiveId" clId="{D66CF262-1549-4731-9ECD-606396822B96}" dt="2026-04-04T13:28:42.795" v="981" actId="164"/>
          <ac:spMkLst>
            <pc:docMk/>
            <pc:sldMk cId="2231459199" sldId="343"/>
            <ac:spMk id="94" creationId="{E5DBEED0-1640-A935-0231-32D8C7D28053}"/>
          </ac:spMkLst>
        </pc:spChg>
        <pc:spChg chg="mod">
          <ac:chgData name="一稀 志方" userId="44e4058b859d3eef" providerId="LiveId" clId="{D66CF262-1549-4731-9ECD-606396822B96}" dt="2026-04-04T13:29:33.727" v="998" actId="1036"/>
          <ac:spMkLst>
            <pc:docMk/>
            <pc:sldMk cId="2231459199" sldId="343"/>
            <ac:spMk id="112" creationId="{3760CEED-25F3-FEE8-A52B-9539FF795F03}"/>
          </ac:spMkLst>
        </pc:spChg>
        <pc:spChg chg="mod">
          <ac:chgData name="一稀 志方" userId="44e4058b859d3eef" providerId="LiveId" clId="{D66CF262-1549-4731-9ECD-606396822B96}" dt="2026-04-04T13:29:33.727" v="998" actId="1036"/>
          <ac:spMkLst>
            <pc:docMk/>
            <pc:sldMk cId="2231459199" sldId="343"/>
            <ac:spMk id="113" creationId="{BE450780-4281-E4B0-40D3-92988A7D78FA}"/>
          </ac:spMkLst>
        </pc:spChg>
        <pc:spChg chg="mod topLvl">
          <ac:chgData name="一稀 志方" userId="44e4058b859d3eef" providerId="LiveId" clId="{D66CF262-1549-4731-9ECD-606396822B96}" dt="2026-04-04T13:28:57.815" v="988" actId="165"/>
          <ac:spMkLst>
            <pc:docMk/>
            <pc:sldMk cId="2231459199" sldId="343"/>
            <ac:spMk id="114" creationId="{1E5ED06E-CD5F-FCD3-1AB2-4876961A4463}"/>
          </ac:spMkLst>
        </pc:spChg>
        <pc:spChg chg="mod topLvl">
          <ac:chgData name="一稀 志方" userId="44e4058b859d3eef" providerId="LiveId" clId="{D66CF262-1549-4731-9ECD-606396822B96}" dt="2026-04-04T04:49:13.757" v="286" actId="165"/>
          <ac:spMkLst>
            <pc:docMk/>
            <pc:sldMk cId="2231459199" sldId="343"/>
            <ac:spMk id="115" creationId="{0C6EC9B9-C954-3F72-6C56-F789FBFCD3AC}"/>
          </ac:spMkLst>
        </pc:spChg>
        <pc:spChg chg="mod topLvl">
          <ac:chgData name="一稀 志方" userId="44e4058b859d3eef" providerId="LiveId" clId="{D66CF262-1549-4731-9ECD-606396822B96}" dt="2026-04-04T13:28:57.815" v="988" actId="165"/>
          <ac:spMkLst>
            <pc:docMk/>
            <pc:sldMk cId="2231459199" sldId="343"/>
            <ac:spMk id="116" creationId="{3BEA7574-A2FE-2AF2-9EEE-E7399D48B603}"/>
          </ac:spMkLst>
        </pc:spChg>
        <pc:spChg chg="mod topLvl">
          <ac:chgData name="一稀 志方" userId="44e4058b859d3eef" providerId="LiveId" clId="{D66CF262-1549-4731-9ECD-606396822B96}" dt="2026-04-04T13:20:19.596" v="490" actId="164"/>
          <ac:spMkLst>
            <pc:docMk/>
            <pc:sldMk cId="2231459199" sldId="343"/>
            <ac:spMk id="117" creationId="{4A5E9DC4-4518-C27D-7DDF-FC9E4049F17A}"/>
          </ac:spMkLst>
        </pc:spChg>
        <pc:spChg chg="mod topLvl">
          <ac:chgData name="一稀 志方" userId="44e4058b859d3eef" providerId="LiveId" clId="{D66CF262-1549-4731-9ECD-606396822B96}" dt="2026-04-04T13:20:19.596" v="490" actId="164"/>
          <ac:spMkLst>
            <pc:docMk/>
            <pc:sldMk cId="2231459199" sldId="343"/>
            <ac:spMk id="118" creationId="{5F5D2567-E14D-3F2A-09F7-DDC62278DEFF}"/>
          </ac:spMkLst>
        </pc:spChg>
        <pc:spChg chg="mod topLvl">
          <ac:chgData name="一稀 志方" userId="44e4058b859d3eef" providerId="LiveId" clId="{D66CF262-1549-4731-9ECD-606396822B96}" dt="2026-04-04T13:20:19.596" v="490" actId="164"/>
          <ac:spMkLst>
            <pc:docMk/>
            <pc:sldMk cId="2231459199" sldId="343"/>
            <ac:spMk id="119" creationId="{5331C56D-2FD4-B45B-E6E6-2ACF65997690}"/>
          </ac:spMkLst>
        </pc:spChg>
        <pc:spChg chg="add mod">
          <ac:chgData name="一稀 志方" userId="44e4058b859d3eef" providerId="LiveId" clId="{D66CF262-1549-4731-9ECD-606396822B96}" dt="2026-04-04T13:20:19.596" v="490" actId="164"/>
          <ac:spMkLst>
            <pc:docMk/>
            <pc:sldMk cId="2231459199" sldId="343"/>
            <ac:spMk id="120" creationId="{C98A808B-3E86-4646-669C-C7B28ABC271C}"/>
          </ac:spMkLst>
        </pc:spChg>
        <pc:spChg chg="add mod">
          <ac:chgData name="一稀 志方" userId="44e4058b859d3eef" providerId="LiveId" clId="{D66CF262-1549-4731-9ECD-606396822B96}" dt="2026-04-04T13:20:19.596" v="490" actId="164"/>
          <ac:spMkLst>
            <pc:docMk/>
            <pc:sldMk cId="2231459199" sldId="343"/>
            <ac:spMk id="121" creationId="{1F52B891-E7B0-7546-2805-92525AECE030}"/>
          </ac:spMkLst>
        </pc:spChg>
        <pc:spChg chg="add mod">
          <ac:chgData name="一稀 志方" userId="44e4058b859d3eef" providerId="LiveId" clId="{D66CF262-1549-4731-9ECD-606396822B96}" dt="2026-04-04T13:20:19.596" v="490" actId="164"/>
          <ac:spMkLst>
            <pc:docMk/>
            <pc:sldMk cId="2231459199" sldId="343"/>
            <ac:spMk id="122" creationId="{3DF7B774-2F5C-F87F-EF15-460013EDB8CD}"/>
          </ac:spMkLst>
        </pc:spChg>
        <pc:spChg chg="add mod">
          <ac:chgData name="一稀 志方" userId="44e4058b859d3eef" providerId="LiveId" clId="{D66CF262-1549-4731-9ECD-606396822B96}" dt="2026-04-04T13:20:19.596" v="490" actId="164"/>
          <ac:spMkLst>
            <pc:docMk/>
            <pc:sldMk cId="2231459199" sldId="343"/>
            <ac:spMk id="123" creationId="{E76546DC-A2D8-1E05-283A-A96EE94A14EE}"/>
          </ac:spMkLst>
        </pc:spChg>
        <pc:spChg chg="mod topLvl">
          <ac:chgData name="一稀 志方" userId="44e4058b859d3eef" providerId="LiveId" clId="{D66CF262-1549-4731-9ECD-606396822B96}" dt="2026-04-04T13:28:57.815" v="988" actId="165"/>
          <ac:spMkLst>
            <pc:docMk/>
            <pc:sldMk cId="2231459199" sldId="343"/>
            <ac:spMk id="125" creationId="{C3DBC855-75C7-A69C-DB57-E28FB1C732B9}"/>
          </ac:spMkLst>
        </pc:spChg>
        <pc:spChg chg="mod topLvl">
          <ac:chgData name="一稀 志方" userId="44e4058b859d3eef" providerId="LiveId" clId="{D66CF262-1549-4731-9ECD-606396822B96}" dt="2026-04-04T13:30:22.904" v="1023" actId="14100"/>
          <ac:spMkLst>
            <pc:docMk/>
            <pc:sldMk cId="2231459199" sldId="343"/>
            <ac:spMk id="126" creationId="{A9702C00-98E9-FD97-9B71-E9B82AF11514}"/>
          </ac:spMkLst>
        </pc:spChg>
        <pc:spChg chg="mod topLvl">
          <ac:chgData name="一稀 志方" userId="44e4058b859d3eef" providerId="LiveId" clId="{D66CF262-1549-4731-9ECD-606396822B96}" dt="2026-04-04T13:30:28.669" v="1037" actId="1036"/>
          <ac:spMkLst>
            <pc:docMk/>
            <pc:sldMk cId="2231459199" sldId="343"/>
            <ac:spMk id="127" creationId="{E7B797DE-9197-A5BB-7473-AC6F9A05A62D}"/>
          </ac:spMkLst>
        </pc:spChg>
        <pc:spChg chg="mod topLvl">
          <ac:chgData name="一稀 志方" userId="44e4058b859d3eef" providerId="LiveId" clId="{D66CF262-1549-4731-9ECD-606396822B96}" dt="2026-04-04T13:30:28.669" v="1037" actId="1036"/>
          <ac:spMkLst>
            <pc:docMk/>
            <pc:sldMk cId="2231459199" sldId="343"/>
            <ac:spMk id="128" creationId="{C2453359-8D8A-BD97-A492-11C31AB104DE}"/>
          </ac:spMkLst>
        </pc:spChg>
        <pc:spChg chg="mod topLvl">
          <ac:chgData name="一稀 志方" userId="44e4058b859d3eef" providerId="LiveId" clId="{D66CF262-1549-4731-9ECD-606396822B96}" dt="2026-04-04T13:28:57.815" v="988" actId="165"/>
          <ac:spMkLst>
            <pc:docMk/>
            <pc:sldMk cId="2231459199" sldId="343"/>
            <ac:spMk id="129" creationId="{B28A9DCA-C4AE-E8AE-CD06-D1099D4CE5EE}"/>
          </ac:spMkLst>
        </pc:spChg>
        <pc:spChg chg="add mod">
          <ac:chgData name="一稀 志方" userId="44e4058b859d3eef" providerId="LiveId" clId="{D66CF262-1549-4731-9ECD-606396822B96}" dt="2026-04-04T04:50:33.059" v="310" actId="14100"/>
          <ac:spMkLst>
            <pc:docMk/>
            <pc:sldMk cId="2231459199" sldId="343"/>
            <ac:spMk id="130" creationId="{C5EA0A9C-4BD5-130A-4BD7-91BC20FA78E5}"/>
          </ac:spMkLst>
        </pc:spChg>
        <pc:spChg chg="add mod">
          <ac:chgData name="一稀 志方" userId="44e4058b859d3eef" providerId="LiveId" clId="{D66CF262-1549-4731-9ECD-606396822B96}" dt="2026-04-04T13:20:19.596" v="490" actId="164"/>
          <ac:spMkLst>
            <pc:docMk/>
            <pc:sldMk cId="2231459199" sldId="343"/>
            <ac:spMk id="131" creationId="{4DB639F3-4EE1-D30A-422A-E25CEB6C3BBB}"/>
          </ac:spMkLst>
        </pc:spChg>
        <pc:spChg chg="add mod">
          <ac:chgData name="一稀 志方" userId="44e4058b859d3eef" providerId="LiveId" clId="{D66CF262-1549-4731-9ECD-606396822B96}" dt="2026-04-04T13:20:19.596" v="490" actId="164"/>
          <ac:spMkLst>
            <pc:docMk/>
            <pc:sldMk cId="2231459199" sldId="343"/>
            <ac:spMk id="132" creationId="{4F9235F1-456F-46C5-A8D9-D296DA31BDD7}"/>
          </ac:spMkLst>
        </pc:spChg>
        <pc:spChg chg="add mod">
          <ac:chgData name="一稀 志方" userId="44e4058b859d3eef" providerId="LiveId" clId="{D66CF262-1549-4731-9ECD-606396822B96}" dt="2026-04-04T13:20:13.234" v="489" actId="1076"/>
          <ac:spMkLst>
            <pc:docMk/>
            <pc:sldMk cId="2231459199" sldId="343"/>
            <ac:spMk id="133" creationId="{778C74D3-18E8-6D04-149E-4D365D3B7694}"/>
          </ac:spMkLst>
        </pc:spChg>
        <pc:spChg chg="add mod">
          <ac:chgData name="一稀 志方" userId="44e4058b859d3eef" providerId="LiveId" clId="{D66CF262-1549-4731-9ECD-606396822B96}" dt="2026-04-04T13:20:03.326" v="488" actId="1076"/>
          <ac:spMkLst>
            <pc:docMk/>
            <pc:sldMk cId="2231459199" sldId="343"/>
            <ac:spMk id="134" creationId="{B5AE7748-E2CE-86C1-B6A5-C9B768B79788}"/>
          </ac:spMkLst>
        </pc:spChg>
        <pc:spChg chg="add mod">
          <ac:chgData name="一稀 志方" userId="44e4058b859d3eef" providerId="LiveId" clId="{D66CF262-1549-4731-9ECD-606396822B96}" dt="2026-04-04T13:20:19.596" v="490" actId="164"/>
          <ac:spMkLst>
            <pc:docMk/>
            <pc:sldMk cId="2231459199" sldId="343"/>
            <ac:spMk id="135" creationId="{D5D95AB3-AF9A-F863-D37D-2DFD5E9EA2D6}"/>
          </ac:spMkLst>
        </pc:spChg>
        <pc:spChg chg="add del mod topLvl">
          <ac:chgData name="一稀 志方" userId="44e4058b859d3eef" providerId="LiveId" clId="{D66CF262-1549-4731-9ECD-606396822B96}" dt="2026-04-04T13:30:42.331" v="1078" actId="14100"/>
          <ac:spMkLst>
            <pc:docMk/>
            <pc:sldMk cId="2231459199" sldId="343"/>
            <ac:spMk id="142" creationId="{4A2ACC31-94F7-06D6-BD56-4E101F1751B7}"/>
          </ac:spMkLst>
        </pc:spChg>
        <pc:spChg chg="add mod">
          <ac:chgData name="一稀 志方" userId="44e4058b859d3eef" providerId="LiveId" clId="{D66CF262-1549-4731-9ECD-606396822B96}" dt="2026-04-04T13:29:39.345" v="999" actId="571"/>
          <ac:spMkLst>
            <pc:docMk/>
            <pc:sldMk cId="2231459199" sldId="343"/>
            <ac:spMk id="145" creationId="{C889549E-4F1F-ECBC-D73A-E6FAF6C350BC}"/>
          </ac:spMkLst>
        </pc:spChg>
        <pc:spChg chg="add mod topLvl">
          <ac:chgData name="一稀 志方" userId="44e4058b859d3eef" providerId="LiveId" clId="{D66CF262-1549-4731-9ECD-606396822B96}" dt="2026-04-05T04:19:13.340" v="1277" actId="1076"/>
          <ac:spMkLst>
            <pc:docMk/>
            <pc:sldMk cId="2231459199" sldId="343"/>
            <ac:spMk id="180" creationId="{04EDBC0E-A178-6DAF-B154-645B1AC41E5D}"/>
          </ac:spMkLst>
        </pc:spChg>
        <pc:spChg chg="add mod">
          <ac:chgData name="一稀 志方" userId="44e4058b859d3eef" providerId="LiveId" clId="{D66CF262-1549-4731-9ECD-606396822B96}" dt="2026-04-05T04:19:13.340" v="1277" actId="1076"/>
          <ac:spMkLst>
            <pc:docMk/>
            <pc:sldMk cId="2231459199" sldId="343"/>
            <ac:spMk id="181" creationId="{98CA8742-D270-6936-0DF1-EE0F17D93C1F}"/>
          </ac:spMkLst>
        </pc:spChg>
        <pc:spChg chg="add mod topLvl">
          <ac:chgData name="一稀 志方" userId="44e4058b859d3eef" providerId="LiveId" clId="{D66CF262-1549-4731-9ECD-606396822B96}" dt="2026-04-05T04:18:02.359" v="1268" actId="165"/>
          <ac:spMkLst>
            <pc:docMk/>
            <pc:sldMk cId="2231459199" sldId="343"/>
            <ac:spMk id="182" creationId="{9FEAB9D7-CF19-8F60-0F9D-C2B125E48FAF}"/>
          </ac:spMkLst>
        </pc:spChg>
        <pc:spChg chg="add mod topLvl">
          <ac:chgData name="一稀 志方" userId="44e4058b859d3eef" providerId="LiveId" clId="{D66CF262-1549-4731-9ECD-606396822B96}" dt="2026-04-05T04:19:13.340" v="1277" actId="1076"/>
          <ac:spMkLst>
            <pc:docMk/>
            <pc:sldMk cId="2231459199" sldId="343"/>
            <ac:spMk id="183" creationId="{6F01865F-66FA-5786-D945-94A13C543713}"/>
          </ac:spMkLst>
        </pc:spChg>
        <pc:spChg chg="add mod">
          <ac:chgData name="一稀 志方" userId="44e4058b859d3eef" providerId="LiveId" clId="{D66CF262-1549-4731-9ECD-606396822B96}" dt="2026-04-05T04:18:30.785" v="1271" actId="1076"/>
          <ac:spMkLst>
            <pc:docMk/>
            <pc:sldMk cId="2231459199" sldId="343"/>
            <ac:spMk id="186" creationId="{4C72C269-820D-E076-1B76-C934F638DA09}"/>
          </ac:spMkLst>
        </pc:spChg>
        <pc:spChg chg="add mod">
          <ac:chgData name="一稀 志方" userId="44e4058b859d3eef" providerId="LiveId" clId="{D66CF262-1549-4731-9ECD-606396822B96}" dt="2026-04-05T04:19:13.340" v="1277" actId="1076"/>
          <ac:spMkLst>
            <pc:docMk/>
            <pc:sldMk cId="2231459199" sldId="343"/>
            <ac:spMk id="187" creationId="{C80FE13B-9D7A-6B35-ACA4-AF3A3C3BA368}"/>
          </ac:spMkLst>
        </pc:spChg>
        <pc:spChg chg="add mod">
          <ac:chgData name="一稀 志方" userId="44e4058b859d3eef" providerId="LiveId" clId="{D66CF262-1549-4731-9ECD-606396822B96}" dt="2026-04-05T04:19:13.340" v="1277" actId="1076"/>
          <ac:spMkLst>
            <pc:docMk/>
            <pc:sldMk cId="2231459199" sldId="343"/>
            <ac:spMk id="188" creationId="{C8718A46-3F3C-DE76-4E93-D07F5E396AD2}"/>
          </ac:spMkLst>
        </pc:spChg>
        <pc:spChg chg="add mod">
          <ac:chgData name="一稀 志方" userId="44e4058b859d3eef" providerId="LiveId" clId="{D66CF262-1549-4731-9ECD-606396822B96}" dt="2026-04-05T04:19:13.340" v="1277" actId="1076"/>
          <ac:spMkLst>
            <pc:docMk/>
            <pc:sldMk cId="2231459199" sldId="343"/>
            <ac:spMk id="189" creationId="{09AF016C-33F8-5A96-4F5A-0A5985AB8C2B}"/>
          </ac:spMkLst>
        </pc:spChg>
        <pc:spChg chg="add mod topLvl">
          <ac:chgData name="一稀 志方" userId="44e4058b859d3eef" providerId="LiveId" clId="{D66CF262-1549-4731-9ECD-606396822B96}" dt="2026-04-05T04:19:13.340" v="1277" actId="1076"/>
          <ac:spMkLst>
            <pc:docMk/>
            <pc:sldMk cId="2231459199" sldId="343"/>
            <ac:spMk id="206" creationId="{0617596C-542B-F688-E6B6-F378FC8D9295}"/>
          </ac:spMkLst>
        </pc:spChg>
        <pc:spChg chg="add mod topLvl">
          <ac:chgData name="一稀 志方" userId="44e4058b859d3eef" providerId="LiveId" clId="{D66CF262-1549-4731-9ECD-606396822B96}" dt="2026-04-05T04:19:13.340" v="1277" actId="1076"/>
          <ac:spMkLst>
            <pc:docMk/>
            <pc:sldMk cId="2231459199" sldId="343"/>
            <ac:spMk id="207" creationId="{586F5615-48B6-908B-EF01-77B1713B5F5D}"/>
          </ac:spMkLst>
        </pc:spChg>
        <pc:spChg chg="add mod topLvl">
          <ac:chgData name="一稀 志方" userId="44e4058b859d3eef" providerId="LiveId" clId="{D66CF262-1549-4731-9ECD-606396822B96}" dt="2026-04-05T04:19:13.340" v="1277" actId="1076"/>
          <ac:spMkLst>
            <pc:docMk/>
            <pc:sldMk cId="2231459199" sldId="343"/>
            <ac:spMk id="224" creationId="{64FCDF18-1FBE-FEA2-AC26-B05CA49EF043}"/>
          </ac:spMkLst>
        </pc:spChg>
        <pc:spChg chg="add mod">
          <ac:chgData name="一稀 志方" userId="44e4058b859d3eef" providerId="LiveId" clId="{D66CF262-1549-4731-9ECD-606396822B96}" dt="2026-04-05T04:19:13.340" v="1277" actId="1076"/>
          <ac:spMkLst>
            <pc:docMk/>
            <pc:sldMk cId="2231459199" sldId="343"/>
            <ac:spMk id="231" creationId="{C13D95E4-5DE7-480A-9FDB-01C2EFA36F8D}"/>
          </ac:spMkLst>
        </pc:spChg>
        <pc:spChg chg="add mod ord">
          <ac:chgData name="一稀 志方" userId="44e4058b859d3eef" providerId="LiveId" clId="{D66CF262-1549-4731-9ECD-606396822B96}" dt="2026-04-05T04:28:22.692" v="1417" actId="1076"/>
          <ac:spMkLst>
            <pc:docMk/>
            <pc:sldMk cId="2231459199" sldId="343"/>
            <ac:spMk id="262" creationId="{11726790-A141-2BCF-053C-5F76A6C0CBB1}"/>
          </ac:spMkLst>
        </pc:spChg>
        <pc:spChg chg="add mod ord">
          <ac:chgData name="一稀 志方" userId="44e4058b859d3eef" providerId="LiveId" clId="{D66CF262-1549-4731-9ECD-606396822B96}" dt="2026-04-05T04:28:22.692" v="1417" actId="1076"/>
          <ac:spMkLst>
            <pc:docMk/>
            <pc:sldMk cId="2231459199" sldId="343"/>
            <ac:spMk id="263" creationId="{F3C7754F-2F32-C793-0B38-10254F37E144}"/>
          </ac:spMkLst>
        </pc:spChg>
        <pc:spChg chg="add mod ord">
          <ac:chgData name="一稀 志方" userId="44e4058b859d3eef" providerId="LiveId" clId="{D66CF262-1549-4731-9ECD-606396822B96}" dt="2026-04-05T04:28:22.692" v="1417" actId="1076"/>
          <ac:spMkLst>
            <pc:docMk/>
            <pc:sldMk cId="2231459199" sldId="343"/>
            <ac:spMk id="264" creationId="{3FF2B825-4A6E-5F49-B83D-275B7741DC7C}"/>
          </ac:spMkLst>
        </pc:spChg>
        <pc:spChg chg="mod">
          <ac:chgData name="一稀 志方" userId="44e4058b859d3eef" providerId="LiveId" clId="{D66CF262-1549-4731-9ECD-606396822B96}" dt="2026-04-05T04:27:43.760" v="1371" actId="1076"/>
          <ac:spMkLst>
            <pc:docMk/>
            <pc:sldMk cId="2231459199" sldId="343"/>
            <ac:spMk id="265" creationId="{654DE90E-CDFF-D784-03E5-A658A5C1BB5B}"/>
          </ac:spMkLst>
        </pc:spChg>
        <pc:spChg chg="add mod">
          <ac:chgData name="一稀 志方" userId="44e4058b859d3eef" providerId="LiveId" clId="{D66CF262-1549-4731-9ECD-606396822B96}" dt="2026-04-05T04:27:43.760" v="1371" actId="1076"/>
          <ac:spMkLst>
            <pc:docMk/>
            <pc:sldMk cId="2231459199" sldId="343"/>
            <ac:spMk id="266" creationId="{C219E7CE-A18F-5089-20F6-96C0AF85DB02}"/>
          </ac:spMkLst>
        </pc:spChg>
        <pc:spChg chg="add mod ord">
          <ac:chgData name="一稀 志方" userId="44e4058b859d3eef" providerId="LiveId" clId="{D66CF262-1549-4731-9ECD-606396822B96}" dt="2026-04-05T04:23:59.464" v="1340" actId="1036"/>
          <ac:spMkLst>
            <pc:docMk/>
            <pc:sldMk cId="2231459199" sldId="343"/>
            <ac:spMk id="267" creationId="{012E5B57-36D6-5E4C-0183-7DEF24F83A54}"/>
          </ac:spMkLst>
        </pc:spChg>
        <pc:spChg chg="ord">
          <ac:chgData name="一稀 志方" userId="44e4058b859d3eef" providerId="LiveId" clId="{D66CF262-1549-4731-9ECD-606396822B96}" dt="2026-04-05T04:23:55.232" v="1335" actId="170"/>
          <ac:spMkLst>
            <pc:docMk/>
            <pc:sldMk cId="2231459199" sldId="343"/>
            <ac:spMk id="268" creationId="{529D332E-428F-9520-2975-C47E903517FB}"/>
          </ac:spMkLst>
        </pc:spChg>
        <pc:spChg chg="add mod ord">
          <ac:chgData name="一稀 志方" userId="44e4058b859d3eef" providerId="LiveId" clId="{D66CF262-1549-4731-9ECD-606396822B96}" dt="2026-04-05T04:23:55.232" v="1335" actId="170"/>
          <ac:spMkLst>
            <pc:docMk/>
            <pc:sldMk cId="2231459199" sldId="343"/>
            <ac:spMk id="269" creationId="{197FA1A2-3D04-5D6F-CC4F-46103DFEF2C4}"/>
          </ac:spMkLst>
        </pc:spChg>
        <pc:spChg chg="add mod ord">
          <ac:chgData name="一稀 志方" userId="44e4058b859d3eef" providerId="LiveId" clId="{D66CF262-1549-4731-9ECD-606396822B96}" dt="2026-04-05T04:27:43.760" v="1371" actId="1076"/>
          <ac:spMkLst>
            <pc:docMk/>
            <pc:sldMk cId="2231459199" sldId="343"/>
            <ac:spMk id="270" creationId="{39FD6458-0C81-2E9A-66BC-47C1FA368FEC}"/>
          </ac:spMkLst>
        </pc:spChg>
        <pc:spChg chg="add mod ord">
          <ac:chgData name="一稀 志方" userId="44e4058b859d3eef" providerId="LiveId" clId="{D66CF262-1549-4731-9ECD-606396822B96}" dt="2026-04-05T04:27:43.760" v="1371" actId="1076"/>
          <ac:spMkLst>
            <pc:docMk/>
            <pc:sldMk cId="2231459199" sldId="343"/>
            <ac:spMk id="271" creationId="{871E44A3-FAF4-CDF8-70D3-18DDFAD4A768}"/>
          </ac:spMkLst>
        </pc:spChg>
        <pc:spChg chg="add mod">
          <ac:chgData name="一稀 志方" userId="44e4058b859d3eef" providerId="LiveId" clId="{D66CF262-1549-4731-9ECD-606396822B96}" dt="2026-04-05T04:19:37.266" v="1279" actId="571"/>
          <ac:spMkLst>
            <pc:docMk/>
            <pc:sldMk cId="2231459199" sldId="343"/>
            <ac:spMk id="272" creationId="{27F83C94-695A-503D-9374-BEDAF53C347D}"/>
          </ac:spMkLst>
        </pc:spChg>
        <pc:spChg chg="add mod">
          <ac:chgData name="一稀 志方" userId="44e4058b859d3eef" providerId="LiveId" clId="{D66CF262-1549-4731-9ECD-606396822B96}" dt="2026-04-05T04:28:22.692" v="1417" actId="1076"/>
          <ac:spMkLst>
            <pc:docMk/>
            <pc:sldMk cId="2231459199" sldId="343"/>
            <ac:spMk id="273" creationId="{0D44289A-47B3-8957-4961-72EEF603F217}"/>
          </ac:spMkLst>
        </pc:spChg>
        <pc:spChg chg="add mod ord">
          <ac:chgData name="一稀 志方" userId="44e4058b859d3eef" providerId="LiveId" clId="{D66CF262-1549-4731-9ECD-606396822B96}" dt="2026-04-05T04:27:25.043" v="1368" actId="1076"/>
          <ac:spMkLst>
            <pc:docMk/>
            <pc:sldMk cId="2231459199" sldId="343"/>
            <ac:spMk id="302" creationId="{D933616A-0947-0BA3-B47D-4EB1F59E5A74}"/>
          </ac:spMkLst>
        </pc:spChg>
        <pc:spChg chg="add mod">
          <ac:chgData name="一稀 志方" userId="44e4058b859d3eef" providerId="LiveId" clId="{D66CF262-1549-4731-9ECD-606396822B96}" dt="2026-04-05T04:28:22.692" v="1417" actId="1076"/>
          <ac:spMkLst>
            <pc:docMk/>
            <pc:sldMk cId="2231459199" sldId="343"/>
            <ac:spMk id="322" creationId="{C74016A3-082A-E02B-E5C6-C0D39DD36F42}"/>
          </ac:spMkLst>
        </pc:spChg>
        <pc:spChg chg="mod">
          <ac:chgData name="一稀 志方" userId="44e4058b859d3eef" providerId="LiveId" clId="{D66CF262-1549-4731-9ECD-606396822B96}" dt="2026-04-05T04:29:34.613" v="1430" actId="1076"/>
          <ac:spMkLst>
            <pc:docMk/>
            <pc:sldMk cId="2231459199" sldId="343"/>
            <ac:spMk id="341" creationId="{7199C3E1-615A-DCB7-7222-5DF3D16170C3}"/>
          </ac:spMkLst>
        </pc:spChg>
        <pc:spChg chg="mod">
          <ac:chgData name="一稀 志方" userId="44e4058b859d3eef" providerId="LiveId" clId="{D66CF262-1549-4731-9ECD-606396822B96}" dt="2026-04-05T04:29:34.613" v="1430" actId="1076"/>
          <ac:spMkLst>
            <pc:docMk/>
            <pc:sldMk cId="2231459199" sldId="343"/>
            <ac:spMk id="342" creationId="{CD6FBE8E-9E63-C6C7-9C7D-B8B4CC6E9313}"/>
          </ac:spMkLst>
        </pc:spChg>
        <pc:spChg chg="mod">
          <ac:chgData name="一稀 志方" userId="44e4058b859d3eef" providerId="LiveId" clId="{D66CF262-1549-4731-9ECD-606396822B96}" dt="2026-04-05T04:29:34.613" v="1430" actId="1076"/>
          <ac:spMkLst>
            <pc:docMk/>
            <pc:sldMk cId="2231459199" sldId="343"/>
            <ac:spMk id="345" creationId="{49F20711-8A5C-576E-799B-A0CFBC794908}"/>
          </ac:spMkLst>
        </pc:spChg>
        <pc:spChg chg="mod">
          <ac:chgData name="一稀 志方" userId="44e4058b859d3eef" providerId="LiveId" clId="{D66CF262-1549-4731-9ECD-606396822B96}" dt="2026-04-05T04:29:34.613" v="1430" actId="1076"/>
          <ac:spMkLst>
            <pc:docMk/>
            <pc:sldMk cId="2231459199" sldId="343"/>
            <ac:spMk id="347" creationId="{D8A367FD-EB21-D4AA-3137-033B4E512D2B}"/>
          </ac:spMkLst>
        </pc:spChg>
        <pc:spChg chg="add mod">
          <ac:chgData name="一稀 志方" userId="44e4058b859d3eef" providerId="LiveId" clId="{D66CF262-1549-4731-9ECD-606396822B96}" dt="2026-04-05T04:29:34.613" v="1430" actId="1076"/>
          <ac:spMkLst>
            <pc:docMk/>
            <pc:sldMk cId="2231459199" sldId="343"/>
            <ac:spMk id="348" creationId="{4D207089-90A9-4893-4D6D-CDC12B9AA4CC}"/>
          </ac:spMkLst>
        </pc:spChg>
        <pc:spChg chg="mod">
          <ac:chgData name="一稀 志方" userId="44e4058b859d3eef" providerId="LiveId" clId="{D66CF262-1549-4731-9ECD-606396822B96}" dt="2026-04-05T04:30:15.954" v="1459" actId="1076"/>
          <ac:spMkLst>
            <pc:docMk/>
            <pc:sldMk cId="2231459199" sldId="343"/>
            <ac:spMk id="349" creationId="{A69E3132-4249-AF40-C774-0C8525D6D4B2}"/>
          </ac:spMkLst>
        </pc:spChg>
        <pc:spChg chg="add mod">
          <ac:chgData name="一稀 志方" userId="44e4058b859d3eef" providerId="LiveId" clId="{D66CF262-1549-4731-9ECD-606396822B96}" dt="2026-04-05T04:30:15.954" v="1459" actId="1076"/>
          <ac:spMkLst>
            <pc:docMk/>
            <pc:sldMk cId="2231459199" sldId="343"/>
            <ac:spMk id="350" creationId="{8575A20A-6557-0E7B-A7EB-AD4391500BD9}"/>
          </ac:spMkLst>
        </pc:spChg>
        <pc:spChg chg="add mod">
          <ac:chgData name="一稀 志方" userId="44e4058b859d3eef" providerId="LiveId" clId="{D66CF262-1549-4731-9ECD-606396822B96}" dt="2026-04-05T04:30:15.954" v="1459" actId="1076"/>
          <ac:spMkLst>
            <pc:docMk/>
            <pc:sldMk cId="2231459199" sldId="343"/>
            <ac:spMk id="355" creationId="{ABD7C1D4-6A45-27EC-B997-A112921FD741}"/>
          </ac:spMkLst>
        </pc:spChg>
        <pc:spChg chg="add mod">
          <ac:chgData name="一稀 志方" userId="44e4058b859d3eef" providerId="LiveId" clId="{D66CF262-1549-4731-9ECD-606396822B96}" dt="2026-04-05T04:30:15.954" v="1459" actId="1076"/>
          <ac:spMkLst>
            <pc:docMk/>
            <pc:sldMk cId="2231459199" sldId="343"/>
            <ac:spMk id="356" creationId="{A6893B5F-976B-B74E-A00E-6F1C2D5738F7}"/>
          </ac:spMkLst>
        </pc:spChg>
        <pc:spChg chg="mod">
          <ac:chgData name="一稀 志方" userId="44e4058b859d3eef" providerId="LiveId" clId="{D66CF262-1549-4731-9ECD-606396822B96}" dt="2026-04-05T04:30:21.621" v="1462" actId="1076"/>
          <ac:spMkLst>
            <pc:docMk/>
            <pc:sldMk cId="2231459199" sldId="343"/>
            <ac:spMk id="357" creationId="{D7548032-00DB-6B3D-2444-7B6AE3215FA5}"/>
          </ac:spMkLst>
        </pc:spChg>
        <pc:spChg chg="add mod">
          <ac:chgData name="一稀 志方" userId="44e4058b859d3eef" providerId="LiveId" clId="{D66CF262-1549-4731-9ECD-606396822B96}" dt="2026-04-05T04:28:51.637" v="1422" actId="571"/>
          <ac:spMkLst>
            <pc:docMk/>
            <pc:sldMk cId="2231459199" sldId="343"/>
            <ac:spMk id="359" creationId="{3152A4E5-93E6-CE71-A17B-CD23AE3A9714}"/>
          </ac:spMkLst>
        </pc:spChg>
        <pc:spChg chg="add mod">
          <ac:chgData name="一稀 志方" userId="44e4058b859d3eef" providerId="LiveId" clId="{D66CF262-1549-4731-9ECD-606396822B96}" dt="2026-04-05T04:28:51.637" v="1422" actId="571"/>
          <ac:spMkLst>
            <pc:docMk/>
            <pc:sldMk cId="2231459199" sldId="343"/>
            <ac:spMk id="363" creationId="{86369E63-36E8-4016-043D-8DF82A51BDF7}"/>
          </ac:spMkLst>
        </pc:spChg>
        <pc:spChg chg="add mod">
          <ac:chgData name="一稀 志方" userId="44e4058b859d3eef" providerId="LiveId" clId="{D66CF262-1549-4731-9ECD-606396822B96}" dt="2026-04-05T04:28:51.637" v="1422" actId="571"/>
          <ac:spMkLst>
            <pc:docMk/>
            <pc:sldMk cId="2231459199" sldId="343"/>
            <ac:spMk id="366" creationId="{99423248-F38C-DEAD-3BF5-C2215922E34A}"/>
          </ac:spMkLst>
        </pc:spChg>
        <pc:spChg chg="add mod">
          <ac:chgData name="一稀 志方" userId="44e4058b859d3eef" providerId="LiveId" clId="{D66CF262-1549-4731-9ECD-606396822B96}" dt="2026-04-05T04:28:51.637" v="1422" actId="571"/>
          <ac:spMkLst>
            <pc:docMk/>
            <pc:sldMk cId="2231459199" sldId="343"/>
            <ac:spMk id="367" creationId="{8BCEEBE7-6C4A-9253-621D-1F140C4A2E3B}"/>
          </ac:spMkLst>
        </pc:spChg>
        <pc:grpChg chg="mod">
          <ac:chgData name="一稀 志方" userId="44e4058b859d3eef" providerId="LiveId" clId="{D66CF262-1549-4731-9ECD-606396822B96}" dt="2026-04-04T13:20:29.457" v="526" actId="1037"/>
          <ac:grpSpMkLst>
            <pc:docMk/>
            <pc:sldMk cId="2231459199" sldId="343"/>
            <ac:grpSpMk id="27" creationId="{F8F08492-9D58-C32A-2162-EE64E7C74F1B}"/>
          </ac:grpSpMkLst>
        </pc:grpChg>
        <pc:grpChg chg="add mod">
          <ac:chgData name="一稀 志方" userId="44e4058b859d3eef" providerId="LiveId" clId="{D66CF262-1549-4731-9ECD-606396822B96}" dt="2026-04-05T04:05:13.564" v="1125" actId="164"/>
          <ac:grpSpMkLst>
            <pc:docMk/>
            <pc:sldMk cId="2231459199" sldId="343"/>
            <ac:grpSpMk id="153" creationId="{3C6FB88E-BC6F-92EE-54C6-9EC724F78C80}"/>
          </ac:grpSpMkLst>
        </pc:grpChg>
        <pc:grpChg chg="mod">
          <ac:chgData name="一稀 志方" userId="44e4058b859d3eef" providerId="LiveId" clId="{D66CF262-1549-4731-9ECD-606396822B96}" dt="2026-04-05T04:19:52.250" v="1281" actId="1076"/>
          <ac:grpSpMkLst>
            <pc:docMk/>
            <pc:sldMk cId="2231459199" sldId="343"/>
            <ac:grpSpMk id="280" creationId="{29457DF4-AEBE-6E6F-D967-657765DD7CBD}"/>
          </ac:grpSpMkLst>
        </pc:grpChg>
        <pc:cxnChg chg="mod">
          <ac:chgData name="一稀 志方" userId="44e4058b859d3eef" providerId="LiveId" clId="{D66CF262-1549-4731-9ECD-606396822B96}" dt="2026-04-05T04:05:13.564" v="1125" actId="164"/>
          <ac:cxnSpMkLst>
            <pc:docMk/>
            <pc:sldMk cId="2231459199" sldId="343"/>
            <ac:cxnSpMk id="30" creationId="{CA6E469D-5EEB-800E-9C2D-9055C34136A9}"/>
          </ac:cxnSpMkLst>
        </pc:cxnChg>
        <pc:cxnChg chg="mod">
          <ac:chgData name="一稀 志方" userId="44e4058b859d3eef" providerId="LiveId" clId="{D66CF262-1549-4731-9ECD-606396822B96}" dt="2026-04-05T04:03:15.722" v="1098" actId="478"/>
          <ac:cxnSpMkLst>
            <pc:docMk/>
            <pc:sldMk cId="2231459199" sldId="343"/>
            <ac:cxnSpMk id="31" creationId="{889598D4-A901-C120-1419-540FF5DC212D}"/>
          </ac:cxnSpMkLst>
        </pc:cxnChg>
        <pc:cxnChg chg="add mod">
          <ac:chgData name="一稀 志方" userId="44e4058b859d3eef" providerId="LiveId" clId="{D66CF262-1549-4731-9ECD-606396822B96}" dt="2026-04-04T13:28:02.209" v="947" actId="14100"/>
          <ac:cxnSpMkLst>
            <pc:docMk/>
            <pc:sldMk cId="2231459199" sldId="343"/>
            <ac:cxnSpMk id="97" creationId="{AE0842B3-9B51-35D3-3632-38107EF6BF6D}"/>
          </ac:cxnSpMkLst>
        </pc:cxnChg>
        <pc:cxnChg chg="add mod">
          <ac:chgData name="一稀 志方" userId="44e4058b859d3eef" providerId="LiveId" clId="{D66CF262-1549-4731-9ECD-606396822B96}" dt="2026-04-04T13:28:10.755" v="980" actId="1037"/>
          <ac:cxnSpMkLst>
            <pc:docMk/>
            <pc:sldMk cId="2231459199" sldId="343"/>
            <ac:cxnSpMk id="102" creationId="{0CFFAF5B-DBE4-F6D9-B4AD-AA5582401619}"/>
          </ac:cxnSpMkLst>
        </pc:cxnChg>
        <pc:cxnChg chg="add mod">
          <ac:chgData name="一稀 志方" userId="44e4058b859d3eef" providerId="LiveId" clId="{D66CF262-1549-4731-9ECD-606396822B96}" dt="2026-04-04T13:20:13.234" v="489" actId="1076"/>
          <ac:cxnSpMkLst>
            <pc:docMk/>
            <pc:sldMk cId="2231459199" sldId="343"/>
            <ac:cxnSpMk id="136" creationId="{F231DFBC-D8F7-F533-B398-1A1B93175CAD}"/>
          </ac:cxnSpMkLst>
        </pc:cxnChg>
        <pc:cxnChg chg="add mod">
          <ac:chgData name="一稀 志方" userId="44e4058b859d3eef" providerId="LiveId" clId="{D66CF262-1549-4731-9ECD-606396822B96}" dt="2026-04-04T13:20:03.326" v="488" actId="1076"/>
          <ac:cxnSpMkLst>
            <pc:docMk/>
            <pc:sldMk cId="2231459199" sldId="343"/>
            <ac:cxnSpMk id="137" creationId="{D9C72C32-478A-689F-1734-B709D83D8DF6}"/>
          </ac:cxnSpMkLst>
        </pc:cxnChg>
        <pc:cxnChg chg="add mod">
          <ac:chgData name="一稀 志方" userId="44e4058b859d3eef" providerId="LiveId" clId="{D66CF262-1549-4731-9ECD-606396822B96}" dt="2026-04-04T13:29:45.742" v="1000" actId="571"/>
          <ac:cxnSpMkLst>
            <pc:docMk/>
            <pc:sldMk cId="2231459199" sldId="343"/>
            <ac:cxnSpMk id="146" creationId="{5754D584-1DCF-D6A5-162E-6E995C99B1F2}"/>
          </ac:cxnSpMkLst>
        </pc:cxnChg>
        <pc:cxnChg chg="add mod">
          <ac:chgData name="一稀 志方" userId="44e4058b859d3eef" providerId="LiveId" clId="{D66CF262-1549-4731-9ECD-606396822B96}" dt="2026-04-04T13:30:05.075" v="1018" actId="1037"/>
          <ac:cxnSpMkLst>
            <pc:docMk/>
            <pc:sldMk cId="2231459199" sldId="343"/>
            <ac:cxnSpMk id="147" creationId="{48AE241C-FB5A-75AC-4B92-1E6E23B3BFE9}"/>
          </ac:cxnSpMkLst>
        </pc:cxnChg>
        <pc:cxnChg chg="add del mod topLvl">
          <ac:chgData name="一稀 志方" userId="44e4058b859d3eef" providerId="LiveId" clId="{D66CF262-1549-4731-9ECD-606396822B96}" dt="2026-04-04T13:19:44.545" v="486" actId="14100"/>
          <ac:cxnSpMkLst>
            <pc:docMk/>
            <pc:sldMk cId="2231459199" sldId="343"/>
            <ac:cxnSpMk id="151" creationId="{3CA0709F-6E72-66CB-F6A4-50A0C87A7371}"/>
          </ac:cxnSpMkLst>
        </pc:cxnChg>
        <pc:cxnChg chg="add del mod topLvl">
          <ac:chgData name="一稀 志方" userId="44e4058b859d3eef" providerId="LiveId" clId="{D66CF262-1549-4731-9ECD-606396822B96}" dt="2026-04-04T13:19:48.601" v="487" actId="14100"/>
          <ac:cxnSpMkLst>
            <pc:docMk/>
            <pc:sldMk cId="2231459199" sldId="343"/>
            <ac:cxnSpMk id="152" creationId="{175561D1-C4DD-E782-60CA-E36E0726705E}"/>
          </ac:cxnSpMkLst>
        </pc:cxnChg>
        <pc:cxnChg chg="add mod">
          <ac:chgData name="一稀 志方" userId="44e4058b859d3eef" providerId="LiveId" clId="{D66CF262-1549-4731-9ECD-606396822B96}" dt="2026-04-05T04:03:26.340" v="1101" actId="14100"/>
          <ac:cxnSpMkLst>
            <pc:docMk/>
            <pc:sldMk cId="2231459199" sldId="343"/>
            <ac:cxnSpMk id="154" creationId="{609A709A-D003-BDA3-D501-6253F3677FC1}"/>
          </ac:cxnSpMkLst>
        </pc:cxnChg>
        <pc:cxnChg chg="add mod">
          <ac:chgData name="一稀 志方" userId="44e4058b859d3eef" providerId="LiveId" clId="{D66CF262-1549-4731-9ECD-606396822B96}" dt="2026-04-05T04:04:18.309" v="1113" actId="1076"/>
          <ac:cxnSpMkLst>
            <pc:docMk/>
            <pc:sldMk cId="2231459199" sldId="343"/>
            <ac:cxnSpMk id="157" creationId="{FE27384D-70DB-DFB9-54E2-456B160EF999}"/>
          </ac:cxnSpMkLst>
        </pc:cxnChg>
        <pc:cxnChg chg="add mod">
          <ac:chgData name="一稀 志方" userId="44e4058b859d3eef" providerId="LiveId" clId="{D66CF262-1549-4731-9ECD-606396822B96}" dt="2026-04-05T04:04:21.882" v="1114" actId="1076"/>
          <ac:cxnSpMkLst>
            <pc:docMk/>
            <pc:sldMk cId="2231459199" sldId="343"/>
            <ac:cxnSpMk id="163" creationId="{132F396A-4493-2C7B-A9B0-512E8735E003}"/>
          </ac:cxnSpMkLst>
        </pc:cxnChg>
        <pc:cxnChg chg="add mod">
          <ac:chgData name="一稀 志方" userId="44e4058b859d3eef" providerId="LiveId" clId="{D66CF262-1549-4731-9ECD-606396822B96}" dt="2026-04-05T04:05:08.054" v="1124" actId="1076"/>
          <ac:cxnSpMkLst>
            <pc:docMk/>
            <pc:sldMk cId="2231459199" sldId="343"/>
            <ac:cxnSpMk id="168" creationId="{C4BF3C33-1401-01B8-825B-59B3406AE39E}"/>
          </ac:cxnSpMkLst>
        </pc:cxnChg>
        <pc:cxnChg chg="add mod">
          <ac:chgData name="一稀 志方" userId="44e4058b859d3eef" providerId="LiveId" clId="{D66CF262-1549-4731-9ECD-606396822B96}" dt="2026-04-05T04:06:49.844" v="1151" actId="1076"/>
          <ac:cxnSpMkLst>
            <pc:docMk/>
            <pc:sldMk cId="2231459199" sldId="343"/>
            <ac:cxnSpMk id="174" creationId="{54F31861-5348-40A6-9AEA-4AAA7C2B7FC4}"/>
          </ac:cxnSpMkLst>
        </pc:cxnChg>
        <pc:cxnChg chg="add mod">
          <ac:chgData name="一稀 志方" userId="44e4058b859d3eef" providerId="LiveId" clId="{D66CF262-1549-4731-9ECD-606396822B96}" dt="2026-04-05T04:06:49.844" v="1151" actId="1076"/>
          <ac:cxnSpMkLst>
            <pc:docMk/>
            <pc:sldMk cId="2231459199" sldId="343"/>
            <ac:cxnSpMk id="175" creationId="{9CFDC4B2-0B4F-4E46-21DE-3D8D96539462}"/>
          </ac:cxnSpMkLst>
        </pc:cxnChg>
        <pc:cxnChg chg="add mod">
          <ac:chgData name="一稀 志方" userId="44e4058b859d3eef" providerId="LiveId" clId="{D66CF262-1549-4731-9ECD-606396822B96}" dt="2026-04-05T04:07:46.724" v="1165" actId="14100"/>
          <ac:cxnSpMkLst>
            <pc:docMk/>
            <pc:sldMk cId="2231459199" sldId="343"/>
            <ac:cxnSpMk id="176" creationId="{35C321E5-A473-8685-22C0-A3A968F6F4F0}"/>
          </ac:cxnSpMkLst>
        </pc:cxnChg>
        <pc:cxnChg chg="add mod">
          <ac:chgData name="一稀 志方" userId="44e4058b859d3eef" providerId="LiveId" clId="{D66CF262-1549-4731-9ECD-606396822B96}" dt="2026-04-05T04:07:01.734" v="1159" actId="1076"/>
          <ac:cxnSpMkLst>
            <pc:docMk/>
            <pc:sldMk cId="2231459199" sldId="343"/>
            <ac:cxnSpMk id="177" creationId="{B9DAE096-D0FA-E60A-DB95-BBB89369214E}"/>
          </ac:cxnSpMkLst>
        </pc:cxnChg>
        <pc:cxnChg chg="add mod">
          <ac:chgData name="一稀 志方" userId="44e4058b859d3eef" providerId="LiveId" clId="{D66CF262-1549-4731-9ECD-606396822B96}" dt="2026-04-05T04:07:01.734" v="1159" actId="1076"/>
          <ac:cxnSpMkLst>
            <pc:docMk/>
            <pc:sldMk cId="2231459199" sldId="343"/>
            <ac:cxnSpMk id="178" creationId="{A86A71CF-2E6A-2EBD-CE96-518FAE75400D}"/>
          </ac:cxnSpMkLst>
        </pc:cxnChg>
        <pc:cxnChg chg="add mod">
          <ac:chgData name="一稀 志方" userId="44e4058b859d3eef" providerId="LiveId" clId="{D66CF262-1549-4731-9ECD-606396822B96}" dt="2026-04-05T04:07:01.734" v="1159" actId="1076"/>
          <ac:cxnSpMkLst>
            <pc:docMk/>
            <pc:sldMk cId="2231459199" sldId="343"/>
            <ac:cxnSpMk id="179" creationId="{4CE53924-609B-53CE-3CBE-7D07C15D5D55}"/>
          </ac:cxnSpMkLst>
        </pc:cxnChg>
        <pc:cxnChg chg="add mod topLvl">
          <ac:chgData name="一稀 志方" userId="44e4058b859d3eef" providerId="LiveId" clId="{D66CF262-1549-4731-9ECD-606396822B96}" dt="2026-04-05T04:18:24.526" v="1270" actId="14100"/>
          <ac:cxnSpMkLst>
            <pc:docMk/>
            <pc:sldMk cId="2231459199" sldId="343"/>
            <ac:cxnSpMk id="232" creationId="{F09E86BD-228C-ED8B-7365-78182EF43956}"/>
          </ac:cxnSpMkLst>
        </pc:cxnChg>
        <pc:cxnChg chg="add mod topLvl">
          <ac:chgData name="一稀 志方" userId="44e4058b859d3eef" providerId="LiveId" clId="{D66CF262-1549-4731-9ECD-606396822B96}" dt="2026-04-05T04:18:24.526" v="1270" actId="14100"/>
          <ac:cxnSpMkLst>
            <pc:docMk/>
            <pc:sldMk cId="2231459199" sldId="343"/>
            <ac:cxnSpMk id="233" creationId="{5590C672-6D27-8189-6BB2-4BED0CA242CC}"/>
          </ac:cxnSpMkLst>
        </pc:cxnChg>
        <pc:cxnChg chg="add mod">
          <ac:chgData name="一稀 志方" userId="44e4058b859d3eef" providerId="LiveId" clId="{D66CF262-1549-4731-9ECD-606396822B96}" dt="2026-04-05T04:18:17.807" v="1269" actId="1076"/>
          <ac:cxnSpMkLst>
            <pc:docMk/>
            <pc:sldMk cId="2231459199" sldId="343"/>
            <ac:cxnSpMk id="240" creationId="{E44C96B9-41A9-8379-0028-7BF3605F500F}"/>
          </ac:cxnSpMkLst>
        </pc:cxnChg>
        <pc:cxnChg chg="add mod">
          <ac:chgData name="一稀 志方" userId="44e4058b859d3eef" providerId="LiveId" clId="{D66CF262-1549-4731-9ECD-606396822B96}" dt="2026-04-05T04:21:07.180" v="1283" actId="14100"/>
          <ac:cxnSpMkLst>
            <pc:docMk/>
            <pc:sldMk cId="2231459199" sldId="343"/>
            <ac:cxnSpMk id="241" creationId="{4844E3F2-9447-AF9B-C965-1A959E92058C}"/>
          </ac:cxnSpMkLst>
        </pc:cxnChg>
        <pc:cxnChg chg="add mod">
          <ac:chgData name="一稀 志方" userId="44e4058b859d3eef" providerId="LiveId" clId="{D66CF262-1549-4731-9ECD-606396822B96}" dt="2026-04-05T04:19:00.288" v="1274" actId="14100"/>
          <ac:cxnSpMkLst>
            <pc:docMk/>
            <pc:sldMk cId="2231459199" sldId="343"/>
            <ac:cxnSpMk id="256" creationId="{42B34A25-2CCD-6443-35CC-C697E1623678}"/>
          </ac:cxnSpMkLst>
        </pc:cxnChg>
        <pc:cxnChg chg="add mod">
          <ac:chgData name="一稀 志方" userId="44e4058b859d3eef" providerId="LiveId" clId="{D66CF262-1549-4731-9ECD-606396822B96}" dt="2026-04-05T04:19:05.111" v="1276" actId="14100"/>
          <ac:cxnSpMkLst>
            <pc:docMk/>
            <pc:sldMk cId="2231459199" sldId="343"/>
            <ac:cxnSpMk id="257" creationId="{DA360D54-C34F-057E-7DE7-BC443117484F}"/>
          </ac:cxnSpMkLst>
        </pc:cxnChg>
        <pc:cxnChg chg="mod">
          <ac:chgData name="一稀 志方" userId="44e4058b859d3eef" providerId="LiveId" clId="{D66CF262-1549-4731-9ECD-606396822B96}" dt="2026-04-05T04:27:43.760" v="1371" actId="1076"/>
          <ac:cxnSpMkLst>
            <pc:docMk/>
            <pc:sldMk cId="2231459199" sldId="343"/>
            <ac:cxnSpMk id="274" creationId="{B88CF401-03BF-0702-4CB0-08EF8EF272AF}"/>
          </ac:cxnSpMkLst>
        </pc:cxnChg>
        <pc:cxnChg chg="mod">
          <ac:chgData name="一稀 志方" userId="44e4058b859d3eef" providerId="LiveId" clId="{D66CF262-1549-4731-9ECD-606396822B96}" dt="2026-04-05T04:27:48.963" v="1372" actId="14100"/>
          <ac:cxnSpMkLst>
            <pc:docMk/>
            <pc:sldMk cId="2231459199" sldId="343"/>
            <ac:cxnSpMk id="275" creationId="{2C660F94-093E-8362-4D65-67B3E55031B3}"/>
          </ac:cxnSpMkLst>
        </pc:cxnChg>
        <pc:cxnChg chg="mod">
          <ac:chgData name="一稀 志方" userId="44e4058b859d3eef" providerId="LiveId" clId="{D66CF262-1549-4731-9ECD-606396822B96}" dt="2026-04-05T04:27:43.760" v="1371" actId="1076"/>
          <ac:cxnSpMkLst>
            <pc:docMk/>
            <pc:sldMk cId="2231459199" sldId="343"/>
            <ac:cxnSpMk id="278" creationId="{5E824CEA-3357-3026-DCE4-2BC436B66188}"/>
          </ac:cxnSpMkLst>
        </pc:cxnChg>
        <pc:cxnChg chg="mod">
          <ac:chgData name="一稀 志方" userId="44e4058b859d3eef" providerId="LiveId" clId="{D66CF262-1549-4731-9ECD-606396822B96}" dt="2026-04-05T04:30:15.954" v="1459" actId="1076"/>
          <ac:cxnSpMkLst>
            <pc:docMk/>
            <pc:sldMk cId="2231459199" sldId="343"/>
            <ac:cxnSpMk id="353" creationId="{003E8059-5BFD-CAF7-E4D4-9501CD335BC1}"/>
          </ac:cxnSpMkLst>
        </pc:cxnChg>
        <pc:cxnChg chg="add mod">
          <ac:chgData name="一稀 志方" userId="44e4058b859d3eef" providerId="LiveId" clId="{D66CF262-1549-4731-9ECD-606396822B96}" dt="2026-04-05T04:29:42.847" v="1433" actId="14100"/>
          <ac:cxnSpMkLst>
            <pc:docMk/>
            <pc:sldMk cId="2231459199" sldId="343"/>
            <ac:cxnSpMk id="394" creationId="{60051C91-4D57-919E-9B58-9F5C50C634C5}"/>
          </ac:cxnSpMkLst>
        </pc:cxnChg>
      </pc:sldChg>
    </pc:docChg>
  </pc:docChgLst>
  <pc:docChgLst>
    <pc:chgData name="一稀 志方" userId="44e4058b859d3eef" providerId="LiveId" clId="{10980DF6-97BC-4212-8410-0CFD3DEB9E94}"/>
    <pc:docChg chg="undo redo custSel addSld delSld modSld modMainMaster">
      <pc:chgData name="一稀 志方" userId="44e4058b859d3eef" providerId="LiveId" clId="{10980DF6-97BC-4212-8410-0CFD3DEB9E94}" dt="2026-04-07T09:03:30.471" v="1553" actId="207"/>
      <pc:docMkLst>
        <pc:docMk/>
      </pc:docMkLst>
      <pc:sldChg chg="addSp delSp modSp mod">
        <pc:chgData name="一稀 志方" userId="44e4058b859d3eef" providerId="LiveId" clId="{10980DF6-97BC-4212-8410-0CFD3DEB9E94}" dt="2026-03-31T08:00:51.917" v="306" actId="1076"/>
        <pc:sldMkLst>
          <pc:docMk/>
          <pc:sldMk cId="3238939151" sldId="257"/>
        </pc:sldMkLst>
        <pc:spChg chg="add mod">
          <ac:chgData name="一稀 志方" userId="44e4058b859d3eef" providerId="LiveId" clId="{10980DF6-97BC-4212-8410-0CFD3DEB9E94}" dt="2026-03-31T06:07:07.358" v="37" actId="164"/>
          <ac:spMkLst>
            <pc:docMk/>
            <pc:sldMk cId="3238939151" sldId="257"/>
            <ac:spMk id="40" creationId="{9A93C89B-5CB8-EF9D-0C63-697CA3EDEE4A}"/>
          </ac:spMkLst>
        </pc:spChg>
        <pc:spChg chg="add mod">
          <ac:chgData name="一稀 志方" userId="44e4058b859d3eef" providerId="LiveId" clId="{10980DF6-97BC-4212-8410-0CFD3DEB9E94}" dt="2026-03-31T06:07:07.358" v="37" actId="164"/>
          <ac:spMkLst>
            <pc:docMk/>
            <pc:sldMk cId="3238939151" sldId="257"/>
            <ac:spMk id="41" creationId="{3719BE00-0C6C-FFDE-F527-A2762E3444F4}"/>
          </ac:spMkLst>
        </pc:spChg>
        <pc:spChg chg="mod">
          <ac:chgData name="一稀 志方" userId="44e4058b859d3eef" providerId="LiveId" clId="{10980DF6-97BC-4212-8410-0CFD3DEB9E94}" dt="2026-03-31T06:07:16.236" v="39" actId="571"/>
          <ac:spMkLst>
            <pc:docMk/>
            <pc:sldMk cId="3238939151" sldId="257"/>
            <ac:spMk id="44" creationId="{D65DB5AB-9998-E3E5-3840-A3D525A1FEE4}"/>
          </ac:spMkLst>
        </pc:spChg>
        <pc:spChg chg="mod">
          <ac:chgData name="一稀 志方" userId="44e4058b859d3eef" providerId="LiveId" clId="{10980DF6-97BC-4212-8410-0CFD3DEB9E94}" dt="2026-03-31T06:07:16.236" v="39" actId="571"/>
          <ac:spMkLst>
            <pc:docMk/>
            <pc:sldMk cId="3238939151" sldId="257"/>
            <ac:spMk id="45" creationId="{8FD1B6E9-CCD4-4A6B-4106-DC20670A481D}"/>
          </ac:spMkLst>
        </pc:spChg>
        <pc:spChg chg="mod">
          <ac:chgData name="一稀 志方" userId="44e4058b859d3eef" providerId="LiveId" clId="{10980DF6-97BC-4212-8410-0CFD3DEB9E94}" dt="2026-03-31T06:11:34.980" v="164" actId="1076"/>
          <ac:spMkLst>
            <pc:docMk/>
            <pc:sldMk cId="3238939151" sldId="257"/>
            <ac:spMk id="47" creationId="{FD19369D-E951-A6DD-C04B-73A93EB53D54}"/>
          </ac:spMkLst>
        </pc:spChg>
        <pc:spChg chg="mod">
          <ac:chgData name="一稀 志方" userId="44e4058b859d3eef" providerId="LiveId" clId="{10980DF6-97BC-4212-8410-0CFD3DEB9E94}" dt="2026-03-31T06:07:24.744" v="42" actId="571"/>
          <ac:spMkLst>
            <pc:docMk/>
            <pc:sldMk cId="3238939151" sldId="257"/>
            <ac:spMk id="48" creationId="{C6886A55-D571-EAA0-A90D-B4E86B5CC07B}"/>
          </ac:spMkLst>
        </pc:spChg>
        <pc:spChg chg="mod">
          <ac:chgData name="一稀 志方" userId="44e4058b859d3eef" providerId="LiveId" clId="{10980DF6-97BC-4212-8410-0CFD3DEB9E94}" dt="2026-03-31T06:07:24.744" v="42" actId="571"/>
          <ac:spMkLst>
            <pc:docMk/>
            <pc:sldMk cId="3238939151" sldId="257"/>
            <ac:spMk id="50" creationId="{58BB800D-58AF-EE7E-9F48-54728CBA8656}"/>
          </ac:spMkLst>
        </pc:spChg>
        <pc:spChg chg="mod">
          <ac:chgData name="一稀 志方" userId="44e4058b859d3eef" providerId="LiveId" clId="{10980DF6-97BC-4212-8410-0CFD3DEB9E94}" dt="2026-03-31T06:07:24.744" v="42" actId="571"/>
          <ac:spMkLst>
            <pc:docMk/>
            <pc:sldMk cId="3238939151" sldId="257"/>
            <ac:spMk id="51" creationId="{77E9A33B-DB61-5485-359A-ACFCEA9FAFA4}"/>
          </ac:spMkLst>
        </pc:spChg>
        <pc:spChg chg="mod">
          <ac:chgData name="一稀 志方" userId="44e4058b859d3eef" providerId="LiveId" clId="{10980DF6-97BC-4212-8410-0CFD3DEB9E94}" dt="2026-03-31T06:08:13.671" v="74" actId="571"/>
          <ac:spMkLst>
            <pc:docMk/>
            <pc:sldMk cId="3238939151" sldId="257"/>
            <ac:spMk id="53" creationId="{20902762-67B7-A2A5-269B-A64D717FBE38}"/>
          </ac:spMkLst>
        </pc:spChg>
        <pc:spChg chg="mod">
          <ac:chgData name="一稀 志方" userId="44e4058b859d3eef" providerId="LiveId" clId="{10980DF6-97BC-4212-8410-0CFD3DEB9E94}" dt="2026-03-31T06:08:13.671" v="74" actId="571"/>
          <ac:spMkLst>
            <pc:docMk/>
            <pc:sldMk cId="3238939151" sldId="257"/>
            <ac:spMk id="54" creationId="{D62645C6-F92C-C94F-AB55-73A5935F55CA}"/>
          </ac:spMkLst>
        </pc:spChg>
        <pc:spChg chg="mod">
          <ac:chgData name="一稀 志方" userId="44e4058b859d3eef" providerId="LiveId" clId="{10980DF6-97BC-4212-8410-0CFD3DEB9E94}" dt="2026-03-31T06:08:13.671" v="74" actId="571"/>
          <ac:spMkLst>
            <pc:docMk/>
            <pc:sldMk cId="3238939151" sldId="257"/>
            <ac:spMk id="56" creationId="{EC843CC8-F88E-89B9-4708-DE382025F060}"/>
          </ac:spMkLst>
        </pc:spChg>
        <pc:spChg chg="mod">
          <ac:chgData name="一稀 志方" userId="44e4058b859d3eef" providerId="LiveId" clId="{10980DF6-97BC-4212-8410-0CFD3DEB9E94}" dt="2026-03-31T06:08:13.671" v="74" actId="571"/>
          <ac:spMkLst>
            <pc:docMk/>
            <pc:sldMk cId="3238939151" sldId="257"/>
            <ac:spMk id="57" creationId="{794C00F6-9C63-845B-352E-EA139224A445}"/>
          </ac:spMkLst>
        </pc:spChg>
        <pc:spChg chg="mod">
          <ac:chgData name="一稀 志方" userId="44e4058b859d3eef" providerId="LiveId" clId="{10980DF6-97BC-4212-8410-0CFD3DEB9E94}" dt="2026-03-31T06:08:13.671" v="74" actId="571"/>
          <ac:spMkLst>
            <pc:docMk/>
            <pc:sldMk cId="3238939151" sldId="257"/>
            <ac:spMk id="59" creationId="{BADCC142-1830-DDFC-E38A-2C577DEE6FFE}"/>
          </ac:spMkLst>
        </pc:spChg>
        <pc:spChg chg="mod">
          <ac:chgData name="一稀 志方" userId="44e4058b859d3eef" providerId="LiveId" clId="{10980DF6-97BC-4212-8410-0CFD3DEB9E94}" dt="2026-03-31T06:08:13.671" v="74" actId="571"/>
          <ac:spMkLst>
            <pc:docMk/>
            <pc:sldMk cId="3238939151" sldId="257"/>
            <ac:spMk id="60" creationId="{C7C9C936-0246-3F4D-8504-E9B9EB97304D}"/>
          </ac:spMkLst>
        </pc:spChg>
        <pc:spChg chg="mod">
          <ac:chgData name="一稀 志方" userId="44e4058b859d3eef" providerId="LiveId" clId="{10980DF6-97BC-4212-8410-0CFD3DEB9E94}" dt="2026-03-31T06:08:13.671" v="74" actId="571"/>
          <ac:spMkLst>
            <pc:docMk/>
            <pc:sldMk cId="3238939151" sldId="257"/>
            <ac:spMk id="62" creationId="{D9D18CC1-CF0F-46AB-CE17-48387CAFF7D5}"/>
          </ac:spMkLst>
        </pc:spChg>
        <pc:spChg chg="mod">
          <ac:chgData name="一稀 志方" userId="44e4058b859d3eef" providerId="LiveId" clId="{10980DF6-97BC-4212-8410-0CFD3DEB9E94}" dt="2026-03-31T06:08:13.671" v="74" actId="571"/>
          <ac:spMkLst>
            <pc:docMk/>
            <pc:sldMk cId="3238939151" sldId="257"/>
            <ac:spMk id="63" creationId="{9C7F39C7-3AF1-B730-5816-05C3102BDFD3}"/>
          </ac:spMkLst>
        </pc:spChg>
        <pc:spChg chg="mod">
          <ac:chgData name="一稀 志方" userId="44e4058b859d3eef" providerId="LiveId" clId="{10980DF6-97BC-4212-8410-0CFD3DEB9E94}" dt="2026-03-31T06:08:18.651" v="75" actId="571"/>
          <ac:spMkLst>
            <pc:docMk/>
            <pc:sldMk cId="3238939151" sldId="257"/>
            <ac:spMk id="68" creationId="{5047A0A4-2359-9B87-B457-E412435A400F}"/>
          </ac:spMkLst>
        </pc:spChg>
        <pc:spChg chg="mod">
          <ac:chgData name="一稀 志方" userId="44e4058b859d3eef" providerId="LiveId" clId="{10980DF6-97BC-4212-8410-0CFD3DEB9E94}" dt="2026-03-31T06:08:18.651" v="75" actId="571"/>
          <ac:spMkLst>
            <pc:docMk/>
            <pc:sldMk cId="3238939151" sldId="257"/>
            <ac:spMk id="69" creationId="{E334171E-A154-1A4F-CDB9-93207222DB34}"/>
          </ac:spMkLst>
        </pc:spChg>
        <pc:spChg chg="mod">
          <ac:chgData name="一稀 志方" userId="44e4058b859d3eef" providerId="LiveId" clId="{10980DF6-97BC-4212-8410-0CFD3DEB9E94}" dt="2026-03-31T06:08:18.651" v="75" actId="571"/>
          <ac:spMkLst>
            <pc:docMk/>
            <pc:sldMk cId="3238939151" sldId="257"/>
            <ac:spMk id="71" creationId="{9712BF70-3993-83A6-F8E2-551C38F5BB22}"/>
          </ac:spMkLst>
        </pc:spChg>
        <pc:spChg chg="mod">
          <ac:chgData name="一稀 志方" userId="44e4058b859d3eef" providerId="LiveId" clId="{10980DF6-97BC-4212-8410-0CFD3DEB9E94}" dt="2026-03-31T06:08:18.651" v="75" actId="571"/>
          <ac:spMkLst>
            <pc:docMk/>
            <pc:sldMk cId="3238939151" sldId="257"/>
            <ac:spMk id="72" creationId="{B8EE1BC3-B4EB-29CB-FF25-61CC5169D2C7}"/>
          </ac:spMkLst>
        </pc:spChg>
        <pc:spChg chg="mod">
          <ac:chgData name="一稀 志方" userId="44e4058b859d3eef" providerId="LiveId" clId="{10980DF6-97BC-4212-8410-0CFD3DEB9E94}" dt="2026-03-31T06:08:39.129" v="88" actId="207"/>
          <ac:spMkLst>
            <pc:docMk/>
            <pc:sldMk cId="3238939151" sldId="257"/>
            <ac:spMk id="77" creationId="{B167A514-A0A9-B764-6772-955143180673}"/>
          </ac:spMkLst>
        </pc:spChg>
        <pc:spChg chg="mod">
          <ac:chgData name="一稀 志方" userId="44e4058b859d3eef" providerId="LiveId" clId="{10980DF6-97BC-4212-8410-0CFD3DEB9E94}" dt="2026-03-31T06:08:34.392" v="87" actId="207"/>
          <ac:spMkLst>
            <pc:docMk/>
            <pc:sldMk cId="3238939151" sldId="257"/>
            <ac:spMk id="78" creationId="{5EE0B846-B4E1-FC25-4220-3AAE1152FFE5}"/>
          </ac:spMkLst>
        </pc:spChg>
        <pc:grpChg chg="add mod">
          <ac:chgData name="一稀 志方" userId="44e4058b859d3eef" providerId="LiveId" clId="{10980DF6-97BC-4212-8410-0CFD3DEB9E94}" dt="2026-03-31T06:11:47.165" v="169" actId="1076"/>
          <ac:grpSpMkLst>
            <pc:docMk/>
            <pc:sldMk cId="3238939151" sldId="257"/>
            <ac:grpSpMk id="42" creationId="{733EDF67-C27D-3FEE-023C-382D086AF6A9}"/>
          </ac:grpSpMkLst>
        </pc:grpChg>
        <pc:grpChg chg="add mod">
          <ac:chgData name="一稀 志方" userId="44e4058b859d3eef" providerId="LiveId" clId="{10980DF6-97BC-4212-8410-0CFD3DEB9E94}" dt="2026-03-31T06:11:40.294" v="166" actId="1076"/>
          <ac:grpSpMkLst>
            <pc:docMk/>
            <pc:sldMk cId="3238939151" sldId="257"/>
            <ac:grpSpMk id="43" creationId="{ED816430-F674-AD45-FA07-CD85D75B6200}"/>
          </ac:grpSpMkLst>
        </pc:grpChg>
        <pc:grpChg chg="add mod">
          <ac:chgData name="一稀 志方" userId="44e4058b859d3eef" providerId="LiveId" clId="{10980DF6-97BC-4212-8410-0CFD3DEB9E94}" dt="2026-03-31T06:11:37.052" v="165" actId="1076"/>
          <ac:grpSpMkLst>
            <pc:docMk/>
            <pc:sldMk cId="3238939151" sldId="257"/>
            <ac:grpSpMk id="46" creationId="{A4CEA773-402E-4853-8509-9712095C11E0}"/>
          </ac:grpSpMkLst>
        </pc:grpChg>
        <pc:grpChg chg="add mod">
          <ac:chgData name="一稀 志方" userId="44e4058b859d3eef" providerId="LiveId" clId="{10980DF6-97BC-4212-8410-0CFD3DEB9E94}" dt="2026-03-31T06:11:43.771" v="168" actId="1076"/>
          <ac:grpSpMkLst>
            <pc:docMk/>
            <pc:sldMk cId="3238939151" sldId="257"/>
            <ac:grpSpMk id="49" creationId="{A1CB1641-8744-FA0F-18DE-AA2EC46BA12B}"/>
          </ac:grpSpMkLst>
        </pc:grpChg>
        <pc:grpChg chg="add mod">
          <ac:chgData name="一稀 志方" userId="44e4058b859d3eef" providerId="LiveId" clId="{10980DF6-97BC-4212-8410-0CFD3DEB9E94}" dt="2026-03-31T08:00:51.703" v="305" actId="1076"/>
          <ac:grpSpMkLst>
            <pc:docMk/>
            <pc:sldMk cId="3238939151" sldId="257"/>
            <ac:grpSpMk id="52" creationId="{4521E54A-4915-547B-F2F3-F62A4C8DD358}"/>
          </ac:grpSpMkLst>
        </pc:grpChg>
        <pc:grpChg chg="add mod">
          <ac:chgData name="一稀 志方" userId="44e4058b859d3eef" providerId="LiveId" clId="{10980DF6-97BC-4212-8410-0CFD3DEB9E94}" dt="2026-03-31T08:00:51.703" v="305" actId="1076"/>
          <ac:grpSpMkLst>
            <pc:docMk/>
            <pc:sldMk cId="3238939151" sldId="257"/>
            <ac:grpSpMk id="55" creationId="{C842BB50-BF3B-361C-2BAE-38884BA5356A}"/>
          </ac:grpSpMkLst>
        </pc:grpChg>
        <pc:grpChg chg="mod">
          <ac:chgData name="一稀 志方" userId="44e4058b859d3eef" providerId="LiveId" clId="{10980DF6-97BC-4212-8410-0CFD3DEB9E94}" dt="2026-03-31T08:00:51.703" v="305" actId="1076"/>
          <ac:grpSpMkLst>
            <pc:docMk/>
            <pc:sldMk cId="3238939151" sldId="257"/>
            <ac:grpSpMk id="58" creationId="{EF654EEB-2955-16B3-C88E-F53461C7A6F6}"/>
          </ac:grpSpMkLst>
        </pc:grpChg>
        <pc:grpChg chg="mod">
          <ac:chgData name="一稀 志方" userId="44e4058b859d3eef" providerId="LiveId" clId="{10980DF6-97BC-4212-8410-0CFD3DEB9E94}" dt="2026-03-31T08:00:51.703" v="305" actId="1076"/>
          <ac:grpSpMkLst>
            <pc:docMk/>
            <pc:sldMk cId="3238939151" sldId="257"/>
            <ac:grpSpMk id="61" creationId="{105E0A87-1DC3-175D-CCE5-33F50327C818}"/>
          </ac:grpSpMkLst>
        </pc:grpChg>
        <pc:grpChg chg="mod">
          <ac:chgData name="一稀 志方" userId="44e4058b859d3eef" providerId="LiveId" clId="{10980DF6-97BC-4212-8410-0CFD3DEB9E94}" dt="2026-03-31T08:00:51.917" v="306" actId="1076"/>
          <ac:grpSpMkLst>
            <pc:docMk/>
            <pc:sldMk cId="3238939151" sldId="257"/>
            <ac:grpSpMk id="67" creationId="{962D4EF6-851E-CFBF-86B3-0EFC51DC7BC9}"/>
          </ac:grpSpMkLst>
        </pc:grpChg>
        <pc:grpChg chg="mod">
          <ac:chgData name="一稀 志方" userId="44e4058b859d3eef" providerId="LiveId" clId="{10980DF6-97BC-4212-8410-0CFD3DEB9E94}" dt="2026-03-31T08:00:51.917" v="306" actId="1076"/>
          <ac:grpSpMkLst>
            <pc:docMk/>
            <pc:sldMk cId="3238939151" sldId="257"/>
            <ac:grpSpMk id="70" creationId="{FCB72AEC-5BC9-C0DF-9560-96BD4EC3EAA9}"/>
          </ac:grpSpMkLst>
        </pc:grpChg>
        <pc:grpChg chg="add mod">
          <ac:chgData name="一稀 志方" userId="44e4058b859d3eef" providerId="LiveId" clId="{10980DF6-97BC-4212-8410-0CFD3DEB9E94}" dt="2026-03-31T06:08:29.547" v="86" actId="1037"/>
          <ac:grpSpMkLst>
            <pc:docMk/>
            <pc:sldMk cId="3238939151" sldId="257"/>
            <ac:grpSpMk id="76" creationId="{C9E21F02-D4D5-FF8A-D76A-E3A5C579104B}"/>
          </ac:grpSpMkLst>
        </pc:grpChg>
      </pc:sldChg>
      <pc:sldChg chg="addSp delSp modSp add mod">
        <pc:chgData name="一稀 志方" userId="44e4058b859d3eef" providerId="LiveId" clId="{10980DF6-97BC-4212-8410-0CFD3DEB9E94}" dt="2026-03-31T08:00:52.701" v="309" actId="1076"/>
        <pc:sldMkLst>
          <pc:docMk/>
          <pc:sldMk cId="3788338005" sldId="335"/>
        </pc:sldMkLst>
        <pc:spChg chg="mod">
          <ac:chgData name="一稀 志方" userId="44e4058b859d3eef" providerId="LiveId" clId="{10980DF6-97BC-4212-8410-0CFD3DEB9E94}" dt="2026-03-31T06:13:11.594" v="184"/>
          <ac:spMkLst>
            <pc:docMk/>
            <pc:sldMk cId="3788338005" sldId="335"/>
            <ac:spMk id="3" creationId="{03377F67-9E96-5C2D-AEAF-2FC41A4CFE90}"/>
          </ac:spMkLst>
        </pc:spChg>
        <pc:spChg chg="mod">
          <ac:chgData name="一稀 志方" userId="44e4058b859d3eef" providerId="LiveId" clId="{10980DF6-97BC-4212-8410-0CFD3DEB9E94}" dt="2026-03-31T06:13:11.594" v="184"/>
          <ac:spMkLst>
            <pc:docMk/>
            <pc:sldMk cId="3788338005" sldId="335"/>
            <ac:spMk id="4" creationId="{730C8DC2-89C8-DA51-A2F8-6B06F75FA82C}"/>
          </ac:spMkLst>
        </pc:spChg>
        <pc:spChg chg="mod">
          <ac:chgData name="一稀 志方" userId="44e4058b859d3eef" providerId="LiveId" clId="{10980DF6-97BC-4212-8410-0CFD3DEB9E94}" dt="2026-03-31T06:13:11.594" v="184"/>
          <ac:spMkLst>
            <pc:docMk/>
            <pc:sldMk cId="3788338005" sldId="335"/>
            <ac:spMk id="6" creationId="{AF393F16-2C15-6674-80BA-55E587B3B58C}"/>
          </ac:spMkLst>
        </pc:spChg>
        <pc:spChg chg="mod">
          <ac:chgData name="一稀 志方" userId="44e4058b859d3eef" providerId="LiveId" clId="{10980DF6-97BC-4212-8410-0CFD3DEB9E94}" dt="2026-03-31T06:13:11.594" v="184"/>
          <ac:spMkLst>
            <pc:docMk/>
            <pc:sldMk cId="3788338005" sldId="335"/>
            <ac:spMk id="7" creationId="{01B0BC26-D2A5-3B09-FB31-049950729506}"/>
          </ac:spMkLst>
        </pc:spChg>
        <pc:spChg chg="mod">
          <ac:chgData name="一稀 志方" userId="44e4058b859d3eef" providerId="LiveId" clId="{10980DF6-97BC-4212-8410-0CFD3DEB9E94}" dt="2026-03-31T06:13:11.594" v="184"/>
          <ac:spMkLst>
            <pc:docMk/>
            <pc:sldMk cId="3788338005" sldId="335"/>
            <ac:spMk id="9" creationId="{FA984F62-1766-1BAB-D8C4-7A416157910E}"/>
          </ac:spMkLst>
        </pc:spChg>
        <pc:spChg chg="mod">
          <ac:chgData name="一稀 志方" userId="44e4058b859d3eef" providerId="LiveId" clId="{10980DF6-97BC-4212-8410-0CFD3DEB9E94}" dt="2026-03-31T06:13:11.594" v="184"/>
          <ac:spMkLst>
            <pc:docMk/>
            <pc:sldMk cId="3788338005" sldId="335"/>
            <ac:spMk id="10" creationId="{2204ECD2-1A3D-E667-0CF1-1D8817A3D686}"/>
          </ac:spMkLst>
        </pc:spChg>
        <pc:spChg chg="mod">
          <ac:chgData name="一稀 志方" userId="44e4058b859d3eef" providerId="LiveId" clId="{10980DF6-97BC-4212-8410-0CFD3DEB9E94}" dt="2026-03-31T06:13:11.594" v="184"/>
          <ac:spMkLst>
            <pc:docMk/>
            <pc:sldMk cId="3788338005" sldId="335"/>
            <ac:spMk id="12" creationId="{1740857E-F6E3-DC00-E43D-1AB6AEEA9DB5}"/>
          </ac:spMkLst>
        </pc:spChg>
        <pc:spChg chg="mod">
          <ac:chgData name="一稀 志方" userId="44e4058b859d3eef" providerId="LiveId" clId="{10980DF6-97BC-4212-8410-0CFD3DEB9E94}" dt="2026-03-31T06:13:11.594" v="184"/>
          <ac:spMkLst>
            <pc:docMk/>
            <pc:sldMk cId="3788338005" sldId="335"/>
            <ac:spMk id="13" creationId="{B3852635-D316-967D-1444-C61B96A7AA2E}"/>
          </ac:spMkLst>
        </pc:spChg>
        <pc:grpChg chg="add mod">
          <ac:chgData name="一稀 志方" userId="44e4058b859d3eef" providerId="LiveId" clId="{10980DF6-97BC-4212-8410-0CFD3DEB9E94}" dt="2026-03-31T06:13:11.594" v="184"/>
          <ac:grpSpMkLst>
            <pc:docMk/>
            <pc:sldMk cId="3788338005" sldId="335"/>
            <ac:grpSpMk id="2" creationId="{7315CDB9-BECC-D629-07BD-6EE99268D7AC}"/>
          </ac:grpSpMkLst>
        </pc:grpChg>
        <pc:grpChg chg="add mod">
          <ac:chgData name="一稀 志方" userId="44e4058b859d3eef" providerId="LiveId" clId="{10980DF6-97BC-4212-8410-0CFD3DEB9E94}" dt="2026-03-31T06:13:11.594" v="184"/>
          <ac:grpSpMkLst>
            <pc:docMk/>
            <pc:sldMk cId="3788338005" sldId="335"/>
            <ac:grpSpMk id="8" creationId="{6B503C7F-490B-86E9-13EA-CCDB5A0C5696}"/>
          </ac:grpSpMkLst>
        </pc:grpChg>
        <pc:grpChg chg="mod">
          <ac:chgData name="一稀 志方" userId="44e4058b859d3eef" providerId="LiveId" clId="{10980DF6-97BC-4212-8410-0CFD3DEB9E94}" dt="2026-03-31T08:00:52.701" v="309" actId="1076"/>
          <ac:grpSpMkLst>
            <pc:docMk/>
            <pc:sldMk cId="3788338005" sldId="335"/>
            <ac:grpSpMk id="52" creationId="{5A0A237F-F91D-BA99-0C41-9FD41DE0ED69}"/>
          </ac:grpSpMkLst>
        </pc:grpChg>
        <pc:grpChg chg="mod">
          <ac:chgData name="一稀 志方" userId="44e4058b859d3eef" providerId="LiveId" clId="{10980DF6-97BC-4212-8410-0CFD3DEB9E94}" dt="2026-03-31T08:00:52.151" v="307" actId="1076"/>
          <ac:grpSpMkLst>
            <pc:docMk/>
            <pc:sldMk cId="3788338005" sldId="335"/>
            <ac:grpSpMk id="55" creationId="{13BD459C-24EA-CA03-6AC9-8D0A23C2E927}"/>
          </ac:grpSpMkLst>
        </pc:grpChg>
        <pc:grpChg chg="mod">
          <ac:chgData name="一稀 志方" userId="44e4058b859d3eef" providerId="LiveId" clId="{10980DF6-97BC-4212-8410-0CFD3DEB9E94}" dt="2026-03-31T08:00:52.435" v="308" actId="1076"/>
          <ac:grpSpMkLst>
            <pc:docMk/>
            <pc:sldMk cId="3788338005" sldId="335"/>
            <ac:grpSpMk id="58" creationId="{C5113C7A-BE84-38C5-D6C8-703FDDB395B4}"/>
          </ac:grpSpMkLst>
        </pc:grpChg>
        <pc:grpChg chg="mod">
          <ac:chgData name="一稀 志方" userId="44e4058b859d3eef" providerId="LiveId" clId="{10980DF6-97BC-4212-8410-0CFD3DEB9E94}" dt="2026-03-31T08:00:52.701" v="309" actId="1076"/>
          <ac:grpSpMkLst>
            <pc:docMk/>
            <pc:sldMk cId="3788338005" sldId="335"/>
            <ac:grpSpMk id="61" creationId="{EC39C830-E0AE-8ECD-72B7-BC6453F9351A}"/>
          </ac:grpSpMkLst>
        </pc:grpChg>
        <pc:grpChg chg="mod">
          <ac:chgData name="一稀 志方" userId="44e4058b859d3eef" providerId="LiveId" clId="{10980DF6-97BC-4212-8410-0CFD3DEB9E94}" dt="2026-03-31T08:00:52.701" v="309" actId="1076"/>
          <ac:grpSpMkLst>
            <pc:docMk/>
            <pc:sldMk cId="3788338005" sldId="335"/>
            <ac:grpSpMk id="67" creationId="{239F6F78-C23C-0E8C-57B6-6899E9BF907E}"/>
          </ac:grpSpMkLst>
        </pc:grpChg>
        <pc:grpChg chg="mod">
          <ac:chgData name="一稀 志方" userId="44e4058b859d3eef" providerId="LiveId" clId="{10980DF6-97BC-4212-8410-0CFD3DEB9E94}" dt="2026-03-31T08:00:52.435" v="308" actId="1076"/>
          <ac:grpSpMkLst>
            <pc:docMk/>
            <pc:sldMk cId="3788338005" sldId="335"/>
            <ac:grpSpMk id="70" creationId="{C54D7C97-6A59-E269-48BB-ACCC87539160}"/>
          </ac:grpSpMkLst>
        </pc:grpChg>
        <pc:grpChg chg="mod">
          <ac:chgData name="一稀 志方" userId="44e4058b859d3eef" providerId="LiveId" clId="{10980DF6-97BC-4212-8410-0CFD3DEB9E94}" dt="2026-03-31T06:10:16.678" v="132" actId="1037"/>
          <ac:grpSpMkLst>
            <pc:docMk/>
            <pc:sldMk cId="3788338005" sldId="335"/>
            <ac:grpSpMk id="76" creationId="{5DA77EB7-044A-76A1-425F-B1FD5049A8F4}"/>
          </ac:grpSpMkLst>
        </pc:grpChg>
      </pc:sldChg>
      <pc:sldChg chg="addSp delSp modSp add mod">
        <pc:chgData name="一稀 志方" userId="44e4058b859d3eef" providerId="LiveId" clId="{10980DF6-97BC-4212-8410-0CFD3DEB9E94}" dt="2026-03-31T08:02:50.388" v="344" actId="1076"/>
        <pc:sldMkLst>
          <pc:docMk/>
          <pc:sldMk cId="832803155" sldId="336"/>
        </pc:sldMkLst>
        <pc:spChg chg="mod topLvl">
          <ac:chgData name="一稀 志方" userId="44e4058b859d3eef" providerId="LiveId" clId="{10980DF6-97BC-4212-8410-0CFD3DEB9E94}" dt="2026-03-31T08:02:06.886" v="339" actId="207"/>
          <ac:spMkLst>
            <pc:docMk/>
            <pc:sldMk cId="832803155" sldId="336"/>
            <ac:spMk id="3" creationId="{FAECF903-48AB-42BC-974D-7654D9BAAE56}"/>
          </ac:spMkLst>
        </pc:spChg>
        <pc:spChg chg="mod topLvl">
          <ac:chgData name="一稀 志方" userId="44e4058b859d3eef" providerId="LiveId" clId="{10980DF6-97BC-4212-8410-0CFD3DEB9E94}" dt="2026-03-31T08:02:24.768" v="340" actId="207"/>
          <ac:spMkLst>
            <pc:docMk/>
            <pc:sldMk cId="832803155" sldId="336"/>
            <ac:spMk id="4" creationId="{BF879080-43C4-5D75-D558-22D0017C5E8F}"/>
          </ac:spMkLst>
        </pc:spChg>
        <pc:spChg chg="mod topLvl">
          <ac:chgData name="一稀 志方" userId="44e4058b859d3eef" providerId="LiveId" clId="{10980DF6-97BC-4212-8410-0CFD3DEB9E94}" dt="2026-03-31T08:02:06.886" v="339" actId="207"/>
          <ac:spMkLst>
            <pc:docMk/>
            <pc:sldMk cId="832803155" sldId="336"/>
            <ac:spMk id="6" creationId="{C9DFADFD-7527-C2DD-ECCC-9225A96F739D}"/>
          </ac:spMkLst>
        </pc:spChg>
        <pc:spChg chg="mod topLvl">
          <ac:chgData name="一稀 志方" userId="44e4058b859d3eef" providerId="LiveId" clId="{10980DF6-97BC-4212-8410-0CFD3DEB9E94}" dt="2026-03-31T08:02:24.768" v="340" actId="207"/>
          <ac:spMkLst>
            <pc:docMk/>
            <pc:sldMk cId="832803155" sldId="336"/>
            <ac:spMk id="7" creationId="{AAD8533B-B6A1-5497-DC67-5708F29A0B95}"/>
          </ac:spMkLst>
        </pc:spChg>
        <pc:spChg chg="mod topLvl">
          <ac:chgData name="一稀 志方" userId="44e4058b859d3eef" providerId="LiveId" clId="{10980DF6-97BC-4212-8410-0CFD3DEB9E94}" dt="2026-03-31T08:02:06.886" v="339" actId="207"/>
          <ac:spMkLst>
            <pc:docMk/>
            <pc:sldMk cId="832803155" sldId="336"/>
            <ac:spMk id="40" creationId="{8D23C6E1-FD73-586F-18AB-F506978EF21F}"/>
          </ac:spMkLst>
        </pc:spChg>
        <pc:spChg chg="mod">
          <ac:chgData name="一稀 志方" userId="44e4058b859d3eef" providerId="LiveId" clId="{10980DF6-97BC-4212-8410-0CFD3DEB9E94}" dt="2026-03-31T08:02:24.768" v="340" actId="207"/>
          <ac:spMkLst>
            <pc:docMk/>
            <pc:sldMk cId="832803155" sldId="336"/>
            <ac:spMk id="41" creationId="{01E758B7-06A4-514D-20CE-84521F538F56}"/>
          </ac:spMkLst>
        </pc:spChg>
        <pc:spChg chg="mod">
          <ac:chgData name="一稀 志方" userId="44e4058b859d3eef" providerId="LiveId" clId="{10980DF6-97BC-4212-8410-0CFD3DEB9E94}" dt="2026-03-31T08:02:06.886" v="339" actId="207"/>
          <ac:spMkLst>
            <pc:docMk/>
            <pc:sldMk cId="832803155" sldId="336"/>
            <ac:spMk id="50" creationId="{E1D5639F-AC41-2A3D-5BCA-9E909E0C8B4B}"/>
          </ac:spMkLst>
        </pc:spChg>
        <pc:spChg chg="mod topLvl">
          <ac:chgData name="一稀 志方" userId="44e4058b859d3eef" providerId="LiveId" clId="{10980DF6-97BC-4212-8410-0CFD3DEB9E94}" dt="2026-03-31T08:02:24.768" v="340" actId="207"/>
          <ac:spMkLst>
            <pc:docMk/>
            <pc:sldMk cId="832803155" sldId="336"/>
            <ac:spMk id="51" creationId="{73062D96-2155-AE0E-F985-ECE9383C4619}"/>
          </ac:spMkLst>
        </pc:spChg>
        <pc:spChg chg="mod topLvl">
          <ac:chgData name="一稀 志方" userId="44e4058b859d3eef" providerId="LiveId" clId="{10980DF6-97BC-4212-8410-0CFD3DEB9E94}" dt="2026-03-31T08:02:42.319" v="343" actId="1076"/>
          <ac:spMkLst>
            <pc:docMk/>
            <pc:sldMk cId="832803155" sldId="336"/>
            <ac:spMk id="53" creationId="{7819E0E7-780A-4EB4-D8DB-D8C347E7A16D}"/>
          </ac:spMkLst>
        </pc:spChg>
        <pc:spChg chg="mod">
          <ac:chgData name="一稀 志方" userId="44e4058b859d3eef" providerId="LiveId" clId="{10980DF6-97BC-4212-8410-0CFD3DEB9E94}" dt="2026-03-31T08:02:42.319" v="343" actId="1076"/>
          <ac:spMkLst>
            <pc:docMk/>
            <pc:sldMk cId="832803155" sldId="336"/>
            <ac:spMk id="54" creationId="{C487C429-B662-1154-8978-823C6E506661}"/>
          </ac:spMkLst>
        </pc:spChg>
        <pc:spChg chg="mod">
          <ac:chgData name="一稀 志方" userId="44e4058b859d3eef" providerId="LiveId" clId="{10980DF6-97BC-4212-8410-0CFD3DEB9E94}" dt="2026-03-31T08:02:50.388" v="344" actId="1076"/>
          <ac:spMkLst>
            <pc:docMk/>
            <pc:sldMk cId="832803155" sldId="336"/>
            <ac:spMk id="56" creationId="{B7E82C5B-4C76-E0F8-9C2D-294E2F269A85}"/>
          </ac:spMkLst>
        </pc:spChg>
        <pc:spChg chg="mod topLvl">
          <ac:chgData name="一稀 志方" userId="44e4058b859d3eef" providerId="LiveId" clId="{10980DF6-97BC-4212-8410-0CFD3DEB9E94}" dt="2026-03-31T08:02:50.388" v="344" actId="1076"/>
          <ac:spMkLst>
            <pc:docMk/>
            <pc:sldMk cId="832803155" sldId="336"/>
            <ac:spMk id="57" creationId="{A240E82F-4A7C-8F3D-39E9-69F3EF9947F5}"/>
          </ac:spMkLst>
        </pc:spChg>
        <pc:spChg chg="mod">
          <ac:chgData name="一稀 志方" userId="44e4058b859d3eef" providerId="LiveId" clId="{10980DF6-97BC-4212-8410-0CFD3DEB9E94}" dt="2026-03-31T08:02:50.388" v="344" actId="1076"/>
          <ac:spMkLst>
            <pc:docMk/>
            <pc:sldMk cId="832803155" sldId="336"/>
            <ac:spMk id="59" creationId="{370CEE13-031A-80EB-9C0B-5E764448165B}"/>
          </ac:spMkLst>
        </pc:spChg>
        <pc:spChg chg="mod">
          <ac:chgData name="一稀 志方" userId="44e4058b859d3eef" providerId="LiveId" clId="{10980DF6-97BC-4212-8410-0CFD3DEB9E94}" dt="2026-03-31T08:02:50.388" v="344" actId="1076"/>
          <ac:spMkLst>
            <pc:docMk/>
            <pc:sldMk cId="832803155" sldId="336"/>
            <ac:spMk id="60" creationId="{78EA6BDA-E631-E229-8C2B-B0C04F54C326}"/>
          </ac:spMkLst>
        </pc:spChg>
        <pc:spChg chg="mod">
          <ac:chgData name="一稀 志方" userId="44e4058b859d3eef" providerId="LiveId" clId="{10980DF6-97BC-4212-8410-0CFD3DEB9E94}" dt="2026-03-31T08:02:42.319" v="343" actId="1076"/>
          <ac:spMkLst>
            <pc:docMk/>
            <pc:sldMk cId="832803155" sldId="336"/>
            <ac:spMk id="62" creationId="{5A91A108-D572-C423-4B8E-893CF21308A4}"/>
          </ac:spMkLst>
        </pc:spChg>
        <pc:spChg chg="mod">
          <ac:chgData name="一稀 志方" userId="44e4058b859d3eef" providerId="LiveId" clId="{10980DF6-97BC-4212-8410-0CFD3DEB9E94}" dt="2026-03-31T08:02:42.319" v="343" actId="1076"/>
          <ac:spMkLst>
            <pc:docMk/>
            <pc:sldMk cId="832803155" sldId="336"/>
            <ac:spMk id="63" creationId="{A51575BD-1D79-4823-F6AF-C42F55FB8F19}"/>
          </ac:spMkLst>
        </pc:spChg>
        <pc:spChg chg="mod topLvl">
          <ac:chgData name="一稀 志方" userId="44e4058b859d3eef" providerId="LiveId" clId="{10980DF6-97BC-4212-8410-0CFD3DEB9E94}" dt="2026-03-31T08:02:42.319" v="343" actId="1076"/>
          <ac:spMkLst>
            <pc:docMk/>
            <pc:sldMk cId="832803155" sldId="336"/>
            <ac:spMk id="68" creationId="{4B2C513A-082B-2D0C-00D6-2F81F9F6824D}"/>
          </ac:spMkLst>
        </pc:spChg>
        <pc:spChg chg="mod">
          <ac:chgData name="一稀 志方" userId="44e4058b859d3eef" providerId="LiveId" clId="{10980DF6-97BC-4212-8410-0CFD3DEB9E94}" dt="2026-03-31T08:02:42.319" v="343" actId="1076"/>
          <ac:spMkLst>
            <pc:docMk/>
            <pc:sldMk cId="832803155" sldId="336"/>
            <ac:spMk id="69" creationId="{7FCF33FB-94C4-AD0C-DF29-AD37619E92F5}"/>
          </ac:spMkLst>
        </pc:spChg>
        <pc:spChg chg="mod topLvl">
          <ac:chgData name="一稀 志方" userId="44e4058b859d3eef" providerId="LiveId" clId="{10980DF6-97BC-4212-8410-0CFD3DEB9E94}" dt="2026-03-31T08:02:35.251" v="341" actId="164"/>
          <ac:spMkLst>
            <pc:docMk/>
            <pc:sldMk cId="832803155" sldId="336"/>
            <ac:spMk id="71" creationId="{FE1E48DB-88D0-E44D-F40C-02637CC21177}"/>
          </ac:spMkLst>
        </pc:spChg>
        <pc:spChg chg="mod">
          <ac:chgData name="一稀 志方" userId="44e4058b859d3eef" providerId="LiveId" clId="{10980DF6-97BC-4212-8410-0CFD3DEB9E94}" dt="2026-03-31T08:02:35.251" v="341" actId="164"/>
          <ac:spMkLst>
            <pc:docMk/>
            <pc:sldMk cId="832803155" sldId="336"/>
            <ac:spMk id="72" creationId="{C5B9881C-0ED2-9608-49EA-3B3DA8C8E580}"/>
          </ac:spMkLst>
        </pc:spChg>
        <pc:grpChg chg="add mod">
          <ac:chgData name="一稀 志方" userId="44e4058b859d3eef" providerId="LiveId" clId="{10980DF6-97BC-4212-8410-0CFD3DEB9E94}" dt="2026-03-31T08:02:36.667" v="342" actId="1076"/>
          <ac:grpSpMkLst>
            <pc:docMk/>
            <pc:sldMk cId="832803155" sldId="336"/>
            <ac:grpSpMk id="8" creationId="{958956E5-39C0-57C0-B848-10571D570372}"/>
          </ac:grpSpMkLst>
        </pc:grpChg>
      </pc:sldChg>
      <pc:sldChg chg="modSp add mod">
        <pc:chgData name="一稀 志方" userId="44e4058b859d3eef" providerId="LiveId" clId="{10980DF6-97BC-4212-8410-0CFD3DEB9E94}" dt="2026-03-31T08:00:51.151" v="303" actId="1076"/>
        <pc:sldMkLst>
          <pc:docMk/>
          <pc:sldMk cId="386611169" sldId="337"/>
        </pc:sldMkLst>
        <pc:grpChg chg="mod">
          <ac:chgData name="一稀 志方" userId="44e4058b859d3eef" providerId="LiveId" clId="{10980DF6-97BC-4212-8410-0CFD3DEB9E94}" dt="2026-03-31T08:00:50.623" v="301" actId="1076"/>
          <ac:grpSpMkLst>
            <pc:docMk/>
            <pc:sldMk cId="386611169" sldId="337"/>
            <ac:grpSpMk id="2" creationId="{C9F784E3-049F-C289-896A-5D0D96DD956D}"/>
          </ac:grpSpMkLst>
        </pc:grpChg>
        <pc:grpChg chg="mod">
          <ac:chgData name="一稀 志方" userId="44e4058b859d3eef" providerId="LiveId" clId="{10980DF6-97BC-4212-8410-0CFD3DEB9E94}" dt="2026-03-31T08:00:50.623" v="301" actId="1076"/>
          <ac:grpSpMkLst>
            <pc:docMk/>
            <pc:sldMk cId="386611169" sldId="337"/>
            <ac:grpSpMk id="5" creationId="{AEA7F300-C8A8-5601-ADC1-59A768D9AF5B}"/>
          </ac:grpSpMkLst>
        </pc:grpChg>
        <pc:grpChg chg="mod">
          <ac:chgData name="一稀 志方" userId="44e4058b859d3eef" providerId="LiveId" clId="{10980DF6-97BC-4212-8410-0CFD3DEB9E94}" dt="2026-03-31T06:13:46.624" v="200" actId="1076"/>
          <ac:grpSpMkLst>
            <pc:docMk/>
            <pc:sldMk cId="386611169" sldId="337"/>
            <ac:grpSpMk id="8" creationId="{E173F291-7DBD-9F71-99A6-E8B76348BB00}"/>
          </ac:grpSpMkLst>
        </pc:grpChg>
        <pc:grpChg chg="mod">
          <ac:chgData name="一稀 志方" userId="44e4058b859d3eef" providerId="LiveId" clId="{10980DF6-97BC-4212-8410-0CFD3DEB9E94}" dt="2026-03-31T06:13:48.745" v="201" actId="1076"/>
          <ac:grpSpMkLst>
            <pc:docMk/>
            <pc:sldMk cId="386611169" sldId="337"/>
            <ac:grpSpMk id="11" creationId="{F95FADCA-50CF-C4A5-38E5-CE0E63AF7C81}"/>
          </ac:grpSpMkLst>
        </pc:grpChg>
        <pc:grpChg chg="mod">
          <ac:chgData name="一稀 志方" userId="44e4058b859d3eef" providerId="LiveId" clId="{10980DF6-97BC-4212-8410-0CFD3DEB9E94}" dt="2026-03-31T08:00:50.917" v="302" actId="1076"/>
          <ac:grpSpMkLst>
            <pc:docMk/>
            <pc:sldMk cId="386611169" sldId="337"/>
            <ac:grpSpMk id="52" creationId="{E2625C8D-6527-AAC6-945E-36FE7FAF7FDC}"/>
          </ac:grpSpMkLst>
        </pc:grpChg>
        <pc:grpChg chg="mod">
          <ac:chgData name="一稀 志方" userId="44e4058b859d3eef" providerId="LiveId" clId="{10980DF6-97BC-4212-8410-0CFD3DEB9E94}" dt="2026-03-31T06:14:08.239" v="208" actId="1076"/>
          <ac:grpSpMkLst>
            <pc:docMk/>
            <pc:sldMk cId="386611169" sldId="337"/>
            <ac:grpSpMk id="55" creationId="{EA17B479-C4A5-33FA-4FDE-B6F141841175}"/>
          </ac:grpSpMkLst>
        </pc:grpChg>
        <pc:grpChg chg="mod">
          <ac:chgData name="一稀 志方" userId="44e4058b859d3eef" providerId="LiveId" clId="{10980DF6-97BC-4212-8410-0CFD3DEB9E94}" dt="2026-03-31T08:00:50.623" v="301" actId="1076"/>
          <ac:grpSpMkLst>
            <pc:docMk/>
            <pc:sldMk cId="386611169" sldId="337"/>
            <ac:grpSpMk id="58" creationId="{428B6A54-0586-3EFC-7E9B-2D3F4A1CFF65}"/>
          </ac:grpSpMkLst>
        </pc:grpChg>
        <pc:grpChg chg="mod">
          <ac:chgData name="一稀 志方" userId="44e4058b859d3eef" providerId="LiveId" clId="{10980DF6-97BC-4212-8410-0CFD3DEB9E94}" dt="2026-03-31T08:00:50.917" v="302" actId="1076"/>
          <ac:grpSpMkLst>
            <pc:docMk/>
            <pc:sldMk cId="386611169" sldId="337"/>
            <ac:grpSpMk id="61" creationId="{B293DF74-A1AD-E874-C6A4-68D2B8A6AF0E}"/>
          </ac:grpSpMkLst>
        </pc:grpChg>
        <pc:grpChg chg="mod">
          <ac:chgData name="一稀 志方" userId="44e4058b859d3eef" providerId="LiveId" clId="{10980DF6-97BC-4212-8410-0CFD3DEB9E94}" dt="2026-03-31T08:00:51.151" v="303" actId="1076"/>
          <ac:grpSpMkLst>
            <pc:docMk/>
            <pc:sldMk cId="386611169" sldId="337"/>
            <ac:grpSpMk id="67" creationId="{34CE0716-3168-CCCD-2E03-0564146593BE}"/>
          </ac:grpSpMkLst>
        </pc:grpChg>
        <pc:grpChg chg="mod">
          <ac:chgData name="一稀 志方" userId="44e4058b859d3eef" providerId="LiveId" clId="{10980DF6-97BC-4212-8410-0CFD3DEB9E94}" dt="2026-03-31T08:00:50.623" v="301" actId="1076"/>
          <ac:grpSpMkLst>
            <pc:docMk/>
            <pc:sldMk cId="386611169" sldId="337"/>
            <ac:grpSpMk id="70" creationId="{FBA02B7F-5CB1-0182-D924-3D61B5D68F5E}"/>
          </ac:grpSpMkLst>
        </pc:grpChg>
      </pc:sldChg>
      <pc:sldChg chg="addSp delSp modSp add mod">
        <pc:chgData name="一稀 志方" userId="44e4058b859d3eef" providerId="LiveId" clId="{10980DF6-97BC-4212-8410-0CFD3DEB9E94}" dt="2026-03-31T06:18:50.150" v="255" actId="1076"/>
        <pc:sldMkLst>
          <pc:docMk/>
          <pc:sldMk cId="1047241220" sldId="338"/>
        </pc:sldMkLst>
        <pc:spChg chg="mod">
          <ac:chgData name="一稀 志方" userId="44e4058b859d3eef" providerId="LiveId" clId="{10980DF6-97BC-4212-8410-0CFD3DEB9E94}" dt="2026-03-31T06:16:22.106" v="237" actId="165"/>
          <ac:spMkLst>
            <pc:docMk/>
            <pc:sldMk cId="1047241220" sldId="338"/>
            <ac:spMk id="3" creationId="{88452EAB-AD12-7F3D-54C9-9366AD94485E}"/>
          </ac:spMkLst>
        </pc:spChg>
        <pc:spChg chg="mod">
          <ac:chgData name="一稀 志方" userId="44e4058b859d3eef" providerId="LiveId" clId="{10980DF6-97BC-4212-8410-0CFD3DEB9E94}" dt="2026-03-31T06:16:22.106" v="237" actId="165"/>
          <ac:spMkLst>
            <pc:docMk/>
            <pc:sldMk cId="1047241220" sldId="338"/>
            <ac:spMk id="4" creationId="{2E913F04-94B0-811D-EF73-2D43F0EFCD98}"/>
          </ac:spMkLst>
        </pc:spChg>
        <pc:spChg chg="mod">
          <ac:chgData name="一稀 志方" userId="44e4058b859d3eef" providerId="LiveId" clId="{10980DF6-97BC-4212-8410-0CFD3DEB9E94}" dt="2026-03-31T06:16:22.106" v="237" actId="165"/>
          <ac:spMkLst>
            <pc:docMk/>
            <pc:sldMk cId="1047241220" sldId="338"/>
            <ac:spMk id="6" creationId="{F1E0C886-CC4C-B792-7B30-095024659588}"/>
          </ac:spMkLst>
        </pc:spChg>
        <pc:spChg chg="mod">
          <ac:chgData name="一稀 志方" userId="44e4058b859d3eef" providerId="LiveId" clId="{10980DF6-97BC-4212-8410-0CFD3DEB9E94}" dt="2026-03-31T06:16:22.106" v="237" actId="165"/>
          <ac:spMkLst>
            <pc:docMk/>
            <pc:sldMk cId="1047241220" sldId="338"/>
            <ac:spMk id="7" creationId="{4FFD3BD0-75F5-295D-CBD1-208CCE1312CE}"/>
          </ac:spMkLst>
        </pc:spChg>
        <pc:spChg chg="mod">
          <ac:chgData name="一稀 志方" userId="44e4058b859d3eef" providerId="LiveId" clId="{10980DF6-97BC-4212-8410-0CFD3DEB9E94}" dt="2026-03-31T06:16:22.106" v="237" actId="165"/>
          <ac:spMkLst>
            <pc:docMk/>
            <pc:sldMk cId="1047241220" sldId="338"/>
            <ac:spMk id="59" creationId="{B03DBEA2-73B9-AC38-487F-687B783E6EB0}"/>
          </ac:spMkLst>
        </pc:spChg>
        <pc:spChg chg="mod">
          <ac:chgData name="一稀 志方" userId="44e4058b859d3eef" providerId="LiveId" clId="{10980DF6-97BC-4212-8410-0CFD3DEB9E94}" dt="2026-03-31T06:16:22.106" v="237" actId="165"/>
          <ac:spMkLst>
            <pc:docMk/>
            <pc:sldMk cId="1047241220" sldId="338"/>
            <ac:spMk id="60" creationId="{174CA10A-C904-431F-B8C8-ED7CB583BC00}"/>
          </ac:spMkLst>
        </pc:spChg>
        <pc:spChg chg="mod">
          <ac:chgData name="一稀 志方" userId="44e4058b859d3eef" providerId="LiveId" clId="{10980DF6-97BC-4212-8410-0CFD3DEB9E94}" dt="2026-03-31T06:16:22.106" v="237" actId="165"/>
          <ac:spMkLst>
            <pc:docMk/>
            <pc:sldMk cId="1047241220" sldId="338"/>
            <ac:spMk id="68" creationId="{38D4C984-8143-56D7-E7CB-813CBCB4EB5F}"/>
          </ac:spMkLst>
        </pc:spChg>
        <pc:spChg chg="mod">
          <ac:chgData name="一稀 志方" userId="44e4058b859d3eef" providerId="LiveId" clId="{10980DF6-97BC-4212-8410-0CFD3DEB9E94}" dt="2026-03-31T06:16:22.106" v="237" actId="165"/>
          <ac:spMkLst>
            <pc:docMk/>
            <pc:sldMk cId="1047241220" sldId="338"/>
            <ac:spMk id="69" creationId="{65E1BA3E-EF08-356D-C628-E7F0D1FF73F9}"/>
          </ac:spMkLst>
        </pc:spChg>
        <pc:spChg chg="mod">
          <ac:chgData name="一稀 志方" userId="44e4058b859d3eef" providerId="LiveId" clId="{10980DF6-97BC-4212-8410-0CFD3DEB9E94}" dt="2026-03-31T06:16:22.106" v="237" actId="165"/>
          <ac:spMkLst>
            <pc:docMk/>
            <pc:sldMk cId="1047241220" sldId="338"/>
            <ac:spMk id="71" creationId="{70CA60B8-89ED-EC8D-7054-6617B1343810}"/>
          </ac:spMkLst>
        </pc:spChg>
        <pc:spChg chg="mod">
          <ac:chgData name="一稀 志方" userId="44e4058b859d3eef" providerId="LiveId" clId="{10980DF6-97BC-4212-8410-0CFD3DEB9E94}" dt="2026-03-31T06:16:22.106" v="237" actId="165"/>
          <ac:spMkLst>
            <pc:docMk/>
            <pc:sldMk cId="1047241220" sldId="338"/>
            <ac:spMk id="72" creationId="{4E736381-F4E5-302E-DFC6-E8E8CA01C1F3}"/>
          </ac:spMkLst>
        </pc:spChg>
        <pc:grpChg chg="mod">
          <ac:chgData name="一稀 志方" userId="44e4058b859d3eef" providerId="LiveId" clId="{10980DF6-97BC-4212-8410-0CFD3DEB9E94}" dt="2026-03-31T06:18:50.150" v="255" actId="1076"/>
          <ac:grpSpMkLst>
            <pc:docMk/>
            <pc:sldMk cId="1047241220" sldId="338"/>
            <ac:grpSpMk id="2" creationId="{ABC4B7D4-2C6C-9CB5-F1D0-BC763F47A58F}"/>
          </ac:grpSpMkLst>
        </pc:grpChg>
        <pc:grpChg chg="mod">
          <ac:chgData name="一稀 志方" userId="44e4058b859d3eef" providerId="LiveId" clId="{10980DF6-97BC-4212-8410-0CFD3DEB9E94}" dt="2026-03-31T06:18:50.150" v="255" actId="1076"/>
          <ac:grpSpMkLst>
            <pc:docMk/>
            <pc:sldMk cId="1047241220" sldId="338"/>
            <ac:grpSpMk id="5" creationId="{AA45C63C-364A-3355-13F6-70456FF262EB}"/>
          </ac:grpSpMkLst>
        </pc:grpChg>
        <pc:grpChg chg="mod">
          <ac:chgData name="一稀 志方" userId="44e4058b859d3eef" providerId="LiveId" clId="{10980DF6-97BC-4212-8410-0CFD3DEB9E94}" dt="2026-03-31T06:18:34.818" v="254" actId="1076"/>
          <ac:grpSpMkLst>
            <pc:docMk/>
            <pc:sldMk cId="1047241220" sldId="338"/>
            <ac:grpSpMk id="52" creationId="{0D1EE820-86A2-52CB-2052-F06882306BBE}"/>
          </ac:grpSpMkLst>
        </pc:grpChg>
        <pc:grpChg chg="mod">
          <ac:chgData name="一稀 志方" userId="44e4058b859d3eef" providerId="LiveId" clId="{10980DF6-97BC-4212-8410-0CFD3DEB9E94}" dt="2026-03-31T06:18:50.150" v="255" actId="1076"/>
          <ac:grpSpMkLst>
            <pc:docMk/>
            <pc:sldMk cId="1047241220" sldId="338"/>
            <ac:grpSpMk id="58" creationId="{1039B0C1-4476-EBED-E6FD-27045522B7D8}"/>
          </ac:grpSpMkLst>
        </pc:grpChg>
        <pc:grpChg chg="mod">
          <ac:chgData name="一稀 志方" userId="44e4058b859d3eef" providerId="LiveId" clId="{10980DF6-97BC-4212-8410-0CFD3DEB9E94}" dt="2026-03-31T06:18:34.818" v="254" actId="1076"/>
          <ac:grpSpMkLst>
            <pc:docMk/>
            <pc:sldMk cId="1047241220" sldId="338"/>
            <ac:grpSpMk id="61" creationId="{16924C96-1D86-E081-1186-5AAA0DFF38DD}"/>
          </ac:grpSpMkLst>
        </pc:grpChg>
        <pc:grpChg chg="mod">
          <ac:chgData name="一稀 志方" userId="44e4058b859d3eef" providerId="LiveId" clId="{10980DF6-97BC-4212-8410-0CFD3DEB9E94}" dt="2026-03-31T06:18:34.818" v="254" actId="1076"/>
          <ac:grpSpMkLst>
            <pc:docMk/>
            <pc:sldMk cId="1047241220" sldId="338"/>
            <ac:grpSpMk id="67" creationId="{9718A406-06F7-C951-1C25-1C23345D1980}"/>
          </ac:grpSpMkLst>
        </pc:grpChg>
        <pc:grpChg chg="mod">
          <ac:chgData name="一稀 志方" userId="44e4058b859d3eef" providerId="LiveId" clId="{10980DF6-97BC-4212-8410-0CFD3DEB9E94}" dt="2026-03-31T06:18:50.150" v="255" actId="1076"/>
          <ac:grpSpMkLst>
            <pc:docMk/>
            <pc:sldMk cId="1047241220" sldId="338"/>
            <ac:grpSpMk id="70" creationId="{E19DFE3D-9C0C-4D68-69C6-AED5A544AB19}"/>
          </ac:grpSpMkLst>
        </pc:grpChg>
      </pc:sldChg>
      <pc:sldChg chg="addSp delSp modSp add mod">
        <pc:chgData name="一稀 志方" userId="44e4058b859d3eef" providerId="LiveId" clId="{10980DF6-97BC-4212-8410-0CFD3DEB9E94}" dt="2026-04-01T08:21:50.089" v="1254" actId="478"/>
        <pc:sldMkLst>
          <pc:docMk/>
          <pc:sldMk cId="1949194857" sldId="339"/>
        </pc:sldMkLst>
        <pc:spChg chg="mod">
          <ac:chgData name="一稀 志方" userId="44e4058b859d3eef" providerId="LiveId" clId="{10980DF6-97BC-4212-8410-0CFD3DEB9E94}" dt="2026-03-31T08:01:27.919" v="316" actId="108"/>
          <ac:spMkLst>
            <pc:docMk/>
            <pc:sldMk cId="1949194857" sldId="339"/>
            <ac:spMk id="3" creationId="{F61AC349-2D50-8DDE-2DDA-E55AAD6149DD}"/>
          </ac:spMkLst>
        </pc:spChg>
        <pc:spChg chg="mod">
          <ac:chgData name="一稀 志方" userId="44e4058b859d3eef" providerId="LiveId" clId="{10980DF6-97BC-4212-8410-0CFD3DEB9E94}" dt="2026-03-31T06:16:15.135" v="235" actId="165"/>
          <ac:spMkLst>
            <pc:docMk/>
            <pc:sldMk cId="1949194857" sldId="339"/>
            <ac:spMk id="4" creationId="{551E121F-1774-DE2E-F44D-2B5D14A20694}"/>
          </ac:spMkLst>
        </pc:spChg>
        <pc:spChg chg="mod topLvl">
          <ac:chgData name="一稀 志方" userId="44e4058b859d3eef" providerId="LiveId" clId="{10980DF6-97BC-4212-8410-0CFD3DEB9E94}" dt="2026-03-31T08:01:29.352" v="317" actId="165"/>
          <ac:spMkLst>
            <pc:docMk/>
            <pc:sldMk cId="1949194857" sldId="339"/>
            <ac:spMk id="6" creationId="{00EBBF70-CD40-D615-B5E5-CD4B02DADAC6}"/>
          </ac:spMkLst>
        </pc:spChg>
        <pc:spChg chg="mod topLvl">
          <ac:chgData name="一稀 志方" userId="44e4058b859d3eef" providerId="LiveId" clId="{10980DF6-97BC-4212-8410-0CFD3DEB9E94}" dt="2026-03-31T08:01:29.352" v="317" actId="165"/>
          <ac:spMkLst>
            <pc:docMk/>
            <pc:sldMk cId="1949194857" sldId="339"/>
            <ac:spMk id="7" creationId="{10E39A76-90CA-9FDA-D04E-1AFB69FC7B30}"/>
          </ac:spMkLst>
        </pc:spChg>
        <pc:spChg chg="mod topLvl">
          <ac:chgData name="一稀 志方" userId="44e4058b859d3eef" providerId="LiveId" clId="{10980DF6-97BC-4212-8410-0CFD3DEB9E94}" dt="2026-03-31T08:01:29.352" v="317" actId="165"/>
          <ac:spMkLst>
            <pc:docMk/>
            <pc:sldMk cId="1949194857" sldId="339"/>
            <ac:spMk id="9" creationId="{5165D9D9-E995-7E53-25E2-55D032F3A19A}"/>
          </ac:spMkLst>
        </pc:spChg>
        <pc:spChg chg="mod topLvl">
          <ac:chgData name="一稀 志方" userId="44e4058b859d3eef" providerId="LiveId" clId="{10980DF6-97BC-4212-8410-0CFD3DEB9E94}" dt="2026-03-31T08:01:29.352" v="317" actId="165"/>
          <ac:spMkLst>
            <pc:docMk/>
            <pc:sldMk cId="1949194857" sldId="339"/>
            <ac:spMk id="12" creationId="{467D80D4-DC60-762D-5196-F80061FEF722}"/>
          </ac:spMkLst>
        </pc:spChg>
        <pc:spChg chg="mod topLvl">
          <ac:chgData name="一稀 志方" userId="44e4058b859d3eef" providerId="LiveId" clId="{10980DF6-97BC-4212-8410-0CFD3DEB9E94}" dt="2026-03-31T08:01:29.352" v="317" actId="165"/>
          <ac:spMkLst>
            <pc:docMk/>
            <pc:sldMk cId="1949194857" sldId="339"/>
            <ac:spMk id="13" creationId="{3AC2934E-2C59-6981-F6E7-253B15B6798D}"/>
          </ac:spMkLst>
        </pc:spChg>
        <pc:spChg chg="mod">
          <ac:chgData name="一稀 志方" userId="44e4058b859d3eef" providerId="LiveId" clId="{10980DF6-97BC-4212-8410-0CFD3DEB9E94}" dt="2026-03-31T08:01:27.919" v="316" actId="108"/>
          <ac:spMkLst>
            <pc:docMk/>
            <pc:sldMk cId="1949194857" sldId="339"/>
            <ac:spMk id="53" creationId="{4BFF4207-A571-F617-F1A9-9241AED28061}"/>
          </ac:spMkLst>
        </pc:spChg>
        <pc:spChg chg="mod">
          <ac:chgData name="一稀 志方" userId="44e4058b859d3eef" providerId="LiveId" clId="{10980DF6-97BC-4212-8410-0CFD3DEB9E94}" dt="2026-03-31T08:01:27.919" v="316" actId="108"/>
          <ac:spMkLst>
            <pc:docMk/>
            <pc:sldMk cId="1949194857" sldId="339"/>
            <ac:spMk id="54" creationId="{9169F4ED-D7E2-37C3-B2E9-A0EE00048392}"/>
          </ac:spMkLst>
        </pc:spChg>
        <pc:spChg chg="mod topLvl">
          <ac:chgData name="一稀 志方" userId="44e4058b859d3eef" providerId="LiveId" clId="{10980DF6-97BC-4212-8410-0CFD3DEB9E94}" dt="2026-03-31T08:01:29.352" v="317" actId="165"/>
          <ac:spMkLst>
            <pc:docMk/>
            <pc:sldMk cId="1949194857" sldId="339"/>
            <ac:spMk id="56" creationId="{3D4AE5CB-DDE7-31D9-A93B-51534BF1F19A}"/>
          </ac:spMkLst>
        </pc:spChg>
        <pc:spChg chg="mod topLvl">
          <ac:chgData name="一稀 志方" userId="44e4058b859d3eef" providerId="LiveId" clId="{10980DF6-97BC-4212-8410-0CFD3DEB9E94}" dt="2026-03-31T08:01:29.352" v="317" actId="165"/>
          <ac:spMkLst>
            <pc:docMk/>
            <pc:sldMk cId="1949194857" sldId="339"/>
            <ac:spMk id="59" creationId="{22B91EFB-2073-C4EC-1EFA-59AE305F0555}"/>
          </ac:spMkLst>
        </pc:spChg>
        <pc:spChg chg="mod topLvl">
          <ac:chgData name="一稀 志方" userId="44e4058b859d3eef" providerId="LiveId" clId="{10980DF6-97BC-4212-8410-0CFD3DEB9E94}" dt="2026-03-31T08:01:29.352" v="317" actId="165"/>
          <ac:spMkLst>
            <pc:docMk/>
            <pc:sldMk cId="1949194857" sldId="339"/>
            <ac:spMk id="60" creationId="{10AAE819-24AC-57B9-950D-A7C4FD92435E}"/>
          </ac:spMkLst>
        </pc:spChg>
        <pc:spChg chg="mod topLvl">
          <ac:chgData name="一稀 志方" userId="44e4058b859d3eef" providerId="LiveId" clId="{10980DF6-97BC-4212-8410-0CFD3DEB9E94}" dt="2026-03-31T08:01:29.352" v="317" actId="165"/>
          <ac:spMkLst>
            <pc:docMk/>
            <pc:sldMk cId="1949194857" sldId="339"/>
            <ac:spMk id="63" creationId="{AC37F154-51BE-A5D9-07D2-D423D2053118}"/>
          </ac:spMkLst>
        </pc:spChg>
        <pc:spChg chg="mod">
          <ac:chgData name="一稀 志方" userId="44e4058b859d3eef" providerId="LiveId" clId="{10980DF6-97BC-4212-8410-0CFD3DEB9E94}" dt="2026-03-31T06:16:15.135" v="235" actId="165"/>
          <ac:spMkLst>
            <pc:docMk/>
            <pc:sldMk cId="1949194857" sldId="339"/>
            <ac:spMk id="68" creationId="{DFE61E13-589D-ACE3-8EA2-09C669440EE9}"/>
          </ac:spMkLst>
        </pc:spChg>
        <pc:spChg chg="mod">
          <ac:chgData name="一稀 志方" userId="44e4058b859d3eef" providerId="LiveId" clId="{10980DF6-97BC-4212-8410-0CFD3DEB9E94}" dt="2026-03-31T08:01:27.919" v="316" actId="108"/>
          <ac:spMkLst>
            <pc:docMk/>
            <pc:sldMk cId="1949194857" sldId="339"/>
            <ac:spMk id="69" creationId="{F7C7DA1F-25B9-156E-02BC-EDC3C6814D3B}"/>
          </ac:spMkLst>
        </pc:spChg>
        <pc:spChg chg="mod">
          <ac:chgData name="一稀 志方" userId="44e4058b859d3eef" providerId="LiveId" clId="{10980DF6-97BC-4212-8410-0CFD3DEB9E94}" dt="2026-03-31T08:01:27.919" v="316" actId="108"/>
          <ac:spMkLst>
            <pc:docMk/>
            <pc:sldMk cId="1949194857" sldId="339"/>
            <ac:spMk id="71" creationId="{0DFA7294-61E6-0400-9029-6E69807C96E1}"/>
          </ac:spMkLst>
        </pc:spChg>
        <pc:spChg chg="mod">
          <ac:chgData name="一稀 志方" userId="44e4058b859d3eef" providerId="LiveId" clId="{10980DF6-97BC-4212-8410-0CFD3DEB9E94}" dt="2026-03-31T06:16:15.135" v="235" actId="165"/>
          <ac:spMkLst>
            <pc:docMk/>
            <pc:sldMk cId="1949194857" sldId="339"/>
            <ac:spMk id="72" creationId="{EF8500A6-00AC-74BE-3423-A316B60F6F0B}"/>
          </ac:spMkLst>
        </pc:spChg>
        <pc:spChg chg="mod">
          <ac:chgData name="一稀 志方" userId="44e4058b859d3eef" providerId="LiveId" clId="{10980DF6-97BC-4212-8410-0CFD3DEB9E94}" dt="2026-03-31T08:01:27.919" v="316" actId="108"/>
          <ac:spMkLst>
            <pc:docMk/>
            <pc:sldMk cId="1949194857" sldId="339"/>
            <ac:spMk id="77" creationId="{C876793B-1EBA-D10F-6E45-05FFEC050437}"/>
          </ac:spMkLst>
        </pc:spChg>
        <pc:spChg chg="mod topLvl">
          <ac:chgData name="一稀 志方" userId="44e4058b859d3eef" providerId="LiveId" clId="{10980DF6-97BC-4212-8410-0CFD3DEB9E94}" dt="2026-03-31T08:01:29.352" v="317" actId="165"/>
          <ac:spMkLst>
            <pc:docMk/>
            <pc:sldMk cId="1949194857" sldId="339"/>
            <ac:spMk id="78" creationId="{FBB54F8D-95DA-2DC3-1105-B4808024CFE0}"/>
          </ac:spMkLst>
        </pc:spChg>
      </pc:sldChg>
      <pc:sldChg chg="addSp delSp modSp new mod">
        <pc:chgData name="一稀 志方" userId="44e4058b859d3eef" providerId="LiveId" clId="{10980DF6-97BC-4212-8410-0CFD3DEB9E94}" dt="2026-04-01T06:04:36.077" v="1159" actId="1038"/>
        <pc:sldMkLst>
          <pc:docMk/>
          <pc:sldMk cId="547910468" sldId="341"/>
        </pc:sldMkLst>
        <pc:spChg chg="add mod">
          <ac:chgData name="一稀 志方" userId="44e4058b859d3eef" providerId="LiveId" clId="{10980DF6-97BC-4212-8410-0CFD3DEB9E94}" dt="2026-04-01T05:23:26.730" v="379" actId="34135"/>
          <ac:spMkLst>
            <pc:docMk/>
            <pc:sldMk cId="547910468" sldId="341"/>
            <ac:spMk id="2" creationId="{BE2B9218-F688-9361-3CCE-BE9D02A5FB46}"/>
          </ac:spMkLst>
        </pc:spChg>
        <pc:spChg chg="add mod">
          <ac:chgData name="一稀 志方" userId="44e4058b859d3eef" providerId="LiveId" clId="{10980DF6-97BC-4212-8410-0CFD3DEB9E94}" dt="2026-04-01T05:23:26.730" v="379" actId="34135"/>
          <ac:spMkLst>
            <pc:docMk/>
            <pc:sldMk cId="547910468" sldId="341"/>
            <ac:spMk id="5" creationId="{0F102F12-B244-58F8-6519-B96A17092460}"/>
          </ac:spMkLst>
        </pc:spChg>
        <pc:spChg chg="add mod">
          <ac:chgData name="一稀 志方" userId="44e4058b859d3eef" providerId="LiveId" clId="{10980DF6-97BC-4212-8410-0CFD3DEB9E94}" dt="2026-04-01T05:23:26.730" v="379" actId="34135"/>
          <ac:spMkLst>
            <pc:docMk/>
            <pc:sldMk cId="547910468" sldId="341"/>
            <ac:spMk id="6" creationId="{3BF91D75-59CC-16BB-232B-1C69C4493A05}"/>
          </ac:spMkLst>
        </pc:spChg>
        <pc:spChg chg="add mod">
          <ac:chgData name="一稀 志方" userId="44e4058b859d3eef" providerId="LiveId" clId="{10980DF6-97BC-4212-8410-0CFD3DEB9E94}" dt="2026-04-01T05:23:26.730" v="379" actId="34135"/>
          <ac:spMkLst>
            <pc:docMk/>
            <pc:sldMk cId="547910468" sldId="341"/>
            <ac:spMk id="7" creationId="{65B65EC0-E5BA-B540-5ADC-EE4840290A3B}"/>
          </ac:spMkLst>
        </pc:spChg>
        <pc:spChg chg="add mod">
          <ac:chgData name="一稀 志方" userId="44e4058b859d3eef" providerId="LiveId" clId="{10980DF6-97BC-4212-8410-0CFD3DEB9E94}" dt="2026-04-01T05:21:51.445" v="367" actId="1076"/>
          <ac:spMkLst>
            <pc:docMk/>
            <pc:sldMk cId="547910468" sldId="341"/>
            <ac:spMk id="8" creationId="{E75E30CE-4AEA-7C94-F1DE-F10D92B9F982}"/>
          </ac:spMkLst>
        </pc:spChg>
        <pc:spChg chg="add mod">
          <ac:chgData name="一稀 志方" userId="44e4058b859d3eef" providerId="LiveId" clId="{10980DF6-97BC-4212-8410-0CFD3DEB9E94}" dt="2026-04-01T05:23:26.730" v="379" actId="34135"/>
          <ac:spMkLst>
            <pc:docMk/>
            <pc:sldMk cId="547910468" sldId="341"/>
            <ac:spMk id="9" creationId="{0B57CC68-1B73-E8E5-639D-4506945B128A}"/>
          </ac:spMkLst>
        </pc:spChg>
        <pc:spChg chg="add mod">
          <ac:chgData name="一稀 志方" userId="44e4058b859d3eef" providerId="LiveId" clId="{10980DF6-97BC-4212-8410-0CFD3DEB9E94}" dt="2026-04-01T05:23:26.730" v="379" actId="34135"/>
          <ac:spMkLst>
            <pc:docMk/>
            <pc:sldMk cId="547910468" sldId="341"/>
            <ac:spMk id="10" creationId="{D07B89E6-9AB2-033C-9769-94E8167101F7}"/>
          </ac:spMkLst>
        </pc:spChg>
        <pc:spChg chg="add mod">
          <ac:chgData name="一稀 志方" userId="44e4058b859d3eef" providerId="LiveId" clId="{10980DF6-97BC-4212-8410-0CFD3DEB9E94}" dt="2026-04-01T05:23:26.730" v="379" actId="34135"/>
          <ac:spMkLst>
            <pc:docMk/>
            <pc:sldMk cId="547910468" sldId="341"/>
            <ac:spMk id="11" creationId="{A68E5168-EA91-3FAD-8CCC-808721A00A94}"/>
          </ac:spMkLst>
        </pc:spChg>
        <pc:spChg chg="add mod">
          <ac:chgData name="一稀 志方" userId="44e4058b859d3eef" providerId="LiveId" clId="{10980DF6-97BC-4212-8410-0CFD3DEB9E94}" dt="2026-04-01T05:23:26.730" v="379" actId="34135"/>
          <ac:spMkLst>
            <pc:docMk/>
            <pc:sldMk cId="547910468" sldId="341"/>
            <ac:spMk id="12" creationId="{89950B81-D78A-0AF1-6B36-CCA882088B5E}"/>
          </ac:spMkLst>
        </pc:spChg>
        <pc:spChg chg="add mod">
          <ac:chgData name="一稀 志方" userId="44e4058b859d3eef" providerId="LiveId" clId="{10980DF6-97BC-4212-8410-0CFD3DEB9E94}" dt="2026-04-01T05:23:26.730" v="379" actId="34135"/>
          <ac:spMkLst>
            <pc:docMk/>
            <pc:sldMk cId="547910468" sldId="341"/>
            <ac:spMk id="13" creationId="{AB734803-23F0-140B-C53C-5E5A97C88406}"/>
          </ac:spMkLst>
        </pc:spChg>
        <pc:spChg chg="add mod">
          <ac:chgData name="一稀 志方" userId="44e4058b859d3eef" providerId="LiveId" clId="{10980DF6-97BC-4212-8410-0CFD3DEB9E94}" dt="2026-04-01T05:21:57.019" v="368" actId="571"/>
          <ac:spMkLst>
            <pc:docMk/>
            <pc:sldMk cId="547910468" sldId="341"/>
            <ac:spMk id="14" creationId="{8E461FFA-D402-5E16-7DD4-11CECD1CE6A4}"/>
          </ac:spMkLst>
        </pc:spChg>
        <pc:spChg chg="add mod">
          <ac:chgData name="一稀 志方" userId="44e4058b859d3eef" providerId="LiveId" clId="{10980DF6-97BC-4212-8410-0CFD3DEB9E94}" dt="2026-04-01T05:23:26.730" v="379" actId="34135"/>
          <ac:spMkLst>
            <pc:docMk/>
            <pc:sldMk cId="547910468" sldId="341"/>
            <ac:spMk id="15" creationId="{DD970B87-4FB0-078D-D081-AF0C874FD163}"/>
          </ac:spMkLst>
        </pc:spChg>
        <pc:spChg chg="add mod">
          <ac:chgData name="一稀 志方" userId="44e4058b859d3eef" providerId="LiveId" clId="{10980DF6-97BC-4212-8410-0CFD3DEB9E94}" dt="2026-04-01T05:47:53.614" v="866" actId="164"/>
          <ac:spMkLst>
            <pc:docMk/>
            <pc:sldMk cId="547910468" sldId="341"/>
            <ac:spMk id="24" creationId="{A4F772F9-6C3E-B1EF-8103-E845EE3142D2}"/>
          </ac:spMkLst>
        </pc:spChg>
        <pc:spChg chg="add mod">
          <ac:chgData name="一稀 志方" userId="44e4058b859d3eef" providerId="LiveId" clId="{10980DF6-97BC-4212-8410-0CFD3DEB9E94}" dt="2026-04-01T05:47:53.614" v="866" actId="164"/>
          <ac:spMkLst>
            <pc:docMk/>
            <pc:sldMk cId="547910468" sldId="341"/>
            <ac:spMk id="25" creationId="{7A1DF4FD-0FFA-41BC-E613-DA94AB6E47AE}"/>
          </ac:spMkLst>
        </pc:spChg>
        <pc:spChg chg="add mod topLvl">
          <ac:chgData name="一稀 志方" userId="44e4058b859d3eef" providerId="LiveId" clId="{10980DF6-97BC-4212-8410-0CFD3DEB9E94}" dt="2026-04-01T05:59:07.252" v="1029" actId="164"/>
          <ac:spMkLst>
            <pc:docMk/>
            <pc:sldMk cId="547910468" sldId="341"/>
            <ac:spMk id="27" creationId="{037FB077-5776-A273-4723-11348427790C}"/>
          </ac:spMkLst>
        </pc:spChg>
        <pc:spChg chg="add mod topLvl">
          <ac:chgData name="一稀 志方" userId="44e4058b859d3eef" providerId="LiveId" clId="{10980DF6-97BC-4212-8410-0CFD3DEB9E94}" dt="2026-04-01T05:59:07.252" v="1029" actId="164"/>
          <ac:spMkLst>
            <pc:docMk/>
            <pc:sldMk cId="547910468" sldId="341"/>
            <ac:spMk id="30" creationId="{48CA2914-32C0-B368-32ED-26859855C95A}"/>
          </ac:spMkLst>
        </pc:spChg>
        <pc:spChg chg="add mod">
          <ac:chgData name="一稀 志方" userId="44e4058b859d3eef" providerId="LiveId" clId="{10980DF6-97BC-4212-8410-0CFD3DEB9E94}" dt="2026-04-01T05:24:52.646" v="413" actId="1037"/>
          <ac:spMkLst>
            <pc:docMk/>
            <pc:sldMk cId="547910468" sldId="341"/>
            <ac:spMk id="31" creationId="{A76EB63C-1C83-DD84-6081-11505B432239}"/>
          </ac:spMkLst>
        </pc:spChg>
        <pc:spChg chg="add mod">
          <ac:chgData name="一稀 志方" userId="44e4058b859d3eef" providerId="LiveId" clId="{10980DF6-97BC-4212-8410-0CFD3DEB9E94}" dt="2026-04-01T05:24:41.755" v="410" actId="571"/>
          <ac:spMkLst>
            <pc:docMk/>
            <pc:sldMk cId="547910468" sldId="341"/>
            <ac:spMk id="32" creationId="{308541E4-D217-BC79-608A-090FA361A8EF}"/>
          </ac:spMkLst>
        </pc:spChg>
        <pc:spChg chg="add mod">
          <ac:chgData name="一稀 志方" userId="44e4058b859d3eef" providerId="LiveId" clId="{10980DF6-97BC-4212-8410-0CFD3DEB9E94}" dt="2026-04-01T06:04:36.077" v="1159" actId="1038"/>
          <ac:spMkLst>
            <pc:docMk/>
            <pc:sldMk cId="547910468" sldId="341"/>
            <ac:spMk id="33" creationId="{B297AF3C-923C-8042-956F-C72812C77990}"/>
          </ac:spMkLst>
        </pc:spChg>
        <pc:spChg chg="add mod">
          <ac:chgData name="一稀 志方" userId="44e4058b859d3eef" providerId="LiveId" clId="{10980DF6-97BC-4212-8410-0CFD3DEB9E94}" dt="2026-04-01T06:04:35.198" v="1157" actId="1037"/>
          <ac:spMkLst>
            <pc:docMk/>
            <pc:sldMk cId="547910468" sldId="341"/>
            <ac:spMk id="34" creationId="{99E4066B-11AA-915B-86E6-1A1AA5E6618B}"/>
          </ac:spMkLst>
        </pc:spChg>
        <pc:spChg chg="mod topLvl">
          <ac:chgData name="一稀 志方" userId="44e4058b859d3eef" providerId="LiveId" clId="{10980DF6-97BC-4212-8410-0CFD3DEB9E94}" dt="2026-04-01T05:59:18.410" v="1035" actId="165"/>
          <ac:spMkLst>
            <pc:docMk/>
            <pc:sldMk cId="547910468" sldId="341"/>
            <ac:spMk id="39" creationId="{2D8755EF-46CD-797F-76C7-0FEB7E4150B1}"/>
          </ac:spMkLst>
        </pc:spChg>
        <pc:spChg chg="mod topLvl">
          <ac:chgData name="一稀 志方" userId="44e4058b859d3eef" providerId="LiveId" clId="{10980DF6-97BC-4212-8410-0CFD3DEB9E94}" dt="2026-04-01T05:59:18.410" v="1035" actId="165"/>
          <ac:spMkLst>
            <pc:docMk/>
            <pc:sldMk cId="547910468" sldId="341"/>
            <ac:spMk id="40" creationId="{43F8A845-F8DB-3641-8C98-6D9BC0117D46}"/>
          </ac:spMkLst>
        </pc:spChg>
        <pc:spChg chg="mod">
          <ac:chgData name="一稀 志方" userId="44e4058b859d3eef" providerId="LiveId" clId="{10980DF6-97BC-4212-8410-0CFD3DEB9E94}" dt="2026-04-01T06:04:24.911" v="1155" actId="1038"/>
          <ac:spMkLst>
            <pc:docMk/>
            <pc:sldMk cId="547910468" sldId="341"/>
            <ac:spMk id="42" creationId="{53E42D0E-B3F2-2261-D2B6-615D1CACE1A5}"/>
          </ac:spMkLst>
        </pc:spChg>
        <pc:spChg chg="mod">
          <ac:chgData name="一稀 志方" userId="44e4058b859d3eef" providerId="LiveId" clId="{10980DF6-97BC-4212-8410-0CFD3DEB9E94}" dt="2026-04-01T05:26:52.431" v="440"/>
          <ac:spMkLst>
            <pc:docMk/>
            <pc:sldMk cId="547910468" sldId="341"/>
            <ac:spMk id="43" creationId="{A08CA00A-F2FC-39F7-04AB-17247D7F30BE}"/>
          </ac:spMkLst>
        </pc:spChg>
        <pc:spChg chg="mod">
          <ac:chgData name="一稀 志方" userId="44e4058b859d3eef" providerId="LiveId" clId="{10980DF6-97BC-4212-8410-0CFD3DEB9E94}" dt="2026-04-01T06:04:19.082" v="1153" actId="1037"/>
          <ac:spMkLst>
            <pc:docMk/>
            <pc:sldMk cId="547910468" sldId="341"/>
            <ac:spMk id="44" creationId="{EAA21A3B-8F11-EC96-FCE2-931B67CD4F2D}"/>
          </ac:spMkLst>
        </pc:spChg>
        <pc:spChg chg="add mod topLvl">
          <ac:chgData name="一稀 志方" userId="44e4058b859d3eef" providerId="LiveId" clId="{10980DF6-97BC-4212-8410-0CFD3DEB9E94}" dt="2026-04-01T06:02:05.767" v="1100" actId="164"/>
          <ac:spMkLst>
            <pc:docMk/>
            <pc:sldMk cId="547910468" sldId="341"/>
            <ac:spMk id="45" creationId="{3CF5DD50-3A15-F382-DC23-AAE4680A4E66}"/>
          </ac:spMkLst>
        </pc:spChg>
        <pc:spChg chg="add mod">
          <ac:chgData name="一稀 志方" userId="44e4058b859d3eef" providerId="LiveId" clId="{10980DF6-97BC-4212-8410-0CFD3DEB9E94}" dt="2026-04-01T05:28:23.335" v="516" actId="14100"/>
          <ac:spMkLst>
            <pc:docMk/>
            <pc:sldMk cId="547910468" sldId="341"/>
            <ac:spMk id="46" creationId="{0F3572F0-0DF7-D72C-B3A3-F6EEAA3FE7D0}"/>
          </ac:spMkLst>
        </pc:spChg>
        <pc:spChg chg="add mod">
          <ac:chgData name="一稀 志方" userId="44e4058b859d3eef" providerId="LiveId" clId="{10980DF6-97BC-4212-8410-0CFD3DEB9E94}" dt="2026-04-01T05:31:35.482" v="592" actId="14100"/>
          <ac:spMkLst>
            <pc:docMk/>
            <pc:sldMk cId="547910468" sldId="341"/>
            <ac:spMk id="47" creationId="{1425BADD-9287-1BD3-811D-6B44A4C17074}"/>
          </ac:spMkLst>
        </pc:spChg>
        <pc:spChg chg="add mod">
          <ac:chgData name="一稀 志方" userId="44e4058b859d3eef" providerId="LiveId" clId="{10980DF6-97BC-4212-8410-0CFD3DEB9E94}" dt="2026-04-01T05:37:09.908" v="691" actId="206"/>
          <ac:spMkLst>
            <pc:docMk/>
            <pc:sldMk cId="547910468" sldId="341"/>
            <ac:spMk id="48" creationId="{6E7A84BA-2F20-531E-72AF-5046C26B1CFD}"/>
          </ac:spMkLst>
        </pc:spChg>
        <pc:spChg chg="add mod">
          <ac:chgData name="一稀 志方" userId="44e4058b859d3eef" providerId="LiveId" clId="{10980DF6-97BC-4212-8410-0CFD3DEB9E94}" dt="2026-04-01T05:37:32.864" v="696" actId="1076"/>
          <ac:spMkLst>
            <pc:docMk/>
            <pc:sldMk cId="547910468" sldId="341"/>
            <ac:spMk id="49" creationId="{77BCAF81-E714-4436-5095-713D3205178B}"/>
          </ac:spMkLst>
        </pc:spChg>
        <pc:spChg chg="add del mod">
          <ac:chgData name="一稀 志方" userId="44e4058b859d3eef" providerId="LiveId" clId="{10980DF6-97BC-4212-8410-0CFD3DEB9E94}" dt="2026-04-01T05:37:23.748" v="694" actId="164"/>
          <ac:spMkLst>
            <pc:docMk/>
            <pc:sldMk cId="547910468" sldId="341"/>
            <ac:spMk id="50" creationId="{7A8F8A2D-1544-E922-8654-379210B81BE4}"/>
          </ac:spMkLst>
        </pc:spChg>
        <pc:spChg chg="add del mod">
          <ac:chgData name="一稀 志方" userId="44e4058b859d3eef" providerId="LiveId" clId="{10980DF6-97BC-4212-8410-0CFD3DEB9E94}" dt="2026-04-01T05:37:23.748" v="694" actId="164"/>
          <ac:spMkLst>
            <pc:docMk/>
            <pc:sldMk cId="547910468" sldId="341"/>
            <ac:spMk id="52" creationId="{81F69134-C43A-227A-9A32-52B39A336D2C}"/>
          </ac:spMkLst>
        </pc:spChg>
        <pc:spChg chg="add mod">
          <ac:chgData name="一稀 志方" userId="44e4058b859d3eef" providerId="LiveId" clId="{10980DF6-97BC-4212-8410-0CFD3DEB9E94}" dt="2026-04-01T05:38:40.281" v="720" actId="164"/>
          <ac:spMkLst>
            <pc:docMk/>
            <pc:sldMk cId="547910468" sldId="341"/>
            <ac:spMk id="57" creationId="{986924DB-1BF3-47D0-D7ED-89D4AF63EA16}"/>
          </ac:spMkLst>
        </pc:spChg>
        <pc:spChg chg="add mod">
          <ac:chgData name="一稀 志方" userId="44e4058b859d3eef" providerId="LiveId" clId="{10980DF6-97BC-4212-8410-0CFD3DEB9E94}" dt="2026-04-01T05:38:40.281" v="720" actId="164"/>
          <ac:spMkLst>
            <pc:docMk/>
            <pc:sldMk cId="547910468" sldId="341"/>
            <ac:spMk id="58" creationId="{ADD5AD87-0DA4-0D34-59E5-34A78C1931E9}"/>
          </ac:spMkLst>
        </pc:spChg>
        <pc:spChg chg="mod">
          <ac:chgData name="一稀 志方" userId="44e4058b859d3eef" providerId="LiveId" clId="{10980DF6-97BC-4212-8410-0CFD3DEB9E94}" dt="2026-04-01T05:39:18.449" v="733" actId="571"/>
          <ac:spMkLst>
            <pc:docMk/>
            <pc:sldMk cId="547910468" sldId="341"/>
            <ac:spMk id="61" creationId="{0FC68B0F-D79F-1DB8-4CBA-3C6AC0371584}"/>
          </ac:spMkLst>
        </pc:spChg>
        <pc:spChg chg="mod">
          <ac:chgData name="一稀 志方" userId="44e4058b859d3eef" providerId="LiveId" clId="{10980DF6-97BC-4212-8410-0CFD3DEB9E94}" dt="2026-04-01T05:39:18.449" v="733" actId="571"/>
          <ac:spMkLst>
            <pc:docMk/>
            <pc:sldMk cId="547910468" sldId="341"/>
            <ac:spMk id="62" creationId="{3B79723B-B52C-6EF4-650B-FC77F42000BC}"/>
          </ac:spMkLst>
        </pc:spChg>
        <pc:spChg chg="add mod">
          <ac:chgData name="一稀 志方" userId="44e4058b859d3eef" providerId="LiveId" clId="{10980DF6-97BC-4212-8410-0CFD3DEB9E94}" dt="2026-04-01T05:39:36.096" v="742" actId="14100"/>
          <ac:spMkLst>
            <pc:docMk/>
            <pc:sldMk cId="547910468" sldId="341"/>
            <ac:spMk id="63" creationId="{1A03A83B-5AE0-6A8F-31F2-AC66AE34C79C}"/>
          </ac:spMkLst>
        </pc:spChg>
        <pc:spChg chg="add mod">
          <ac:chgData name="一稀 志方" userId="44e4058b859d3eef" providerId="LiveId" clId="{10980DF6-97BC-4212-8410-0CFD3DEB9E94}" dt="2026-04-01T05:40:14.829" v="756" actId="571"/>
          <ac:spMkLst>
            <pc:docMk/>
            <pc:sldMk cId="547910468" sldId="341"/>
            <ac:spMk id="64" creationId="{5F320852-7D6B-AE60-115B-F23616E86245}"/>
          </ac:spMkLst>
        </pc:spChg>
        <pc:spChg chg="add mod">
          <ac:chgData name="一稀 志方" userId="44e4058b859d3eef" providerId="LiveId" clId="{10980DF6-97BC-4212-8410-0CFD3DEB9E94}" dt="2026-04-01T05:40:29.999" v="765" actId="14100"/>
          <ac:spMkLst>
            <pc:docMk/>
            <pc:sldMk cId="547910468" sldId="341"/>
            <ac:spMk id="65" creationId="{37E0F279-5075-32F1-1D5F-391A24BE48A1}"/>
          </ac:spMkLst>
        </pc:spChg>
        <pc:spChg chg="add mod">
          <ac:chgData name="一稀 志方" userId="44e4058b859d3eef" providerId="LiveId" clId="{10980DF6-97BC-4212-8410-0CFD3DEB9E94}" dt="2026-04-01T05:40:21.438" v="761" actId="14100"/>
          <ac:spMkLst>
            <pc:docMk/>
            <pc:sldMk cId="547910468" sldId="341"/>
            <ac:spMk id="67" creationId="{9ADCA885-FF7A-634A-FA74-26DC3E8BCF00}"/>
          </ac:spMkLst>
        </pc:spChg>
        <pc:spChg chg="add mod">
          <ac:chgData name="一稀 志方" userId="44e4058b859d3eef" providerId="LiveId" clId="{10980DF6-97BC-4212-8410-0CFD3DEB9E94}" dt="2026-04-01T06:02:38.016" v="1101" actId="164"/>
          <ac:spMkLst>
            <pc:docMk/>
            <pc:sldMk cId="547910468" sldId="341"/>
            <ac:spMk id="68" creationId="{E3C6E190-F8CD-7087-EEDA-8A6C3049AB52}"/>
          </ac:spMkLst>
        </pc:spChg>
        <pc:spChg chg="add mod">
          <ac:chgData name="一稀 志方" userId="44e4058b859d3eef" providerId="LiveId" clId="{10980DF6-97BC-4212-8410-0CFD3DEB9E94}" dt="2026-04-01T06:02:38.016" v="1101" actId="164"/>
          <ac:spMkLst>
            <pc:docMk/>
            <pc:sldMk cId="547910468" sldId="341"/>
            <ac:spMk id="69" creationId="{8E211425-7F54-843D-CBDE-75CF910D46F2}"/>
          </ac:spMkLst>
        </pc:spChg>
        <pc:spChg chg="add mod">
          <ac:chgData name="一稀 志方" userId="44e4058b859d3eef" providerId="LiveId" clId="{10980DF6-97BC-4212-8410-0CFD3DEB9E94}" dt="2026-04-01T06:02:38.016" v="1101" actId="164"/>
          <ac:spMkLst>
            <pc:docMk/>
            <pc:sldMk cId="547910468" sldId="341"/>
            <ac:spMk id="70" creationId="{C3FBFB81-834C-8463-D17D-B7B9303CC3EE}"/>
          </ac:spMkLst>
        </pc:spChg>
        <pc:spChg chg="add mod">
          <ac:chgData name="一稀 志方" userId="44e4058b859d3eef" providerId="LiveId" clId="{10980DF6-97BC-4212-8410-0CFD3DEB9E94}" dt="2026-04-01T06:02:38.016" v="1101" actId="164"/>
          <ac:spMkLst>
            <pc:docMk/>
            <pc:sldMk cId="547910468" sldId="341"/>
            <ac:spMk id="71" creationId="{3D5B6321-AFAD-8D4A-546E-90762D936FD0}"/>
          </ac:spMkLst>
        </pc:spChg>
        <pc:spChg chg="add mod">
          <ac:chgData name="一稀 志方" userId="44e4058b859d3eef" providerId="LiveId" clId="{10980DF6-97BC-4212-8410-0CFD3DEB9E94}" dt="2026-04-01T05:42:24.908" v="795" actId="1076"/>
          <ac:spMkLst>
            <pc:docMk/>
            <pc:sldMk cId="547910468" sldId="341"/>
            <ac:spMk id="72" creationId="{4D5CFFC6-1A86-73EC-9647-6648930F282C}"/>
          </ac:spMkLst>
        </pc:spChg>
        <pc:spChg chg="add mod topLvl">
          <ac:chgData name="一稀 志方" userId="44e4058b859d3eef" providerId="LiveId" clId="{10980DF6-97BC-4212-8410-0CFD3DEB9E94}" dt="2026-04-01T06:02:05.767" v="1100" actId="164"/>
          <ac:spMkLst>
            <pc:docMk/>
            <pc:sldMk cId="547910468" sldId="341"/>
            <ac:spMk id="76" creationId="{B22AFBB5-BE02-08E1-17B0-EF81C7C271D0}"/>
          </ac:spMkLst>
        </pc:spChg>
        <pc:spChg chg="add mod topLvl">
          <ac:chgData name="一稀 志方" userId="44e4058b859d3eef" providerId="LiveId" clId="{10980DF6-97BC-4212-8410-0CFD3DEB9E94}" dt="2026-04-01T06:02:05.767" v="1100" actId="164"/>
          <ac:spMkLst>
            <pc:docMk/>
            <pc:sldMk cId="547910468" sldId="341"/>
            <ac:spMk id="77" creationId="{39E585F2-47D0-02F7-B6BF-7423238D29B5}"/>
          </ac:spMkLst>
        </pc:spChg>
        <pc:spChg chg="add mod topLvl">
          <ac:chgData name="一稀 志方" userId="44e4058b859d3eef" providerId="LiveId" clId="{10980DF6-97BC-4212-8410-0CFD3DEB9E94}" dt="2026-04-01T06:02:05.767" v="1100" actId="164"/>
          <ac:spMkLst>
            <pc:docMk/>
            <pc:sldMk cId="547910468" sldId="341"/>
            <ac:spMk id="78" creationId="{996C1AFC-6019-E654-424B-18DB5162DD65}"/>
          </ac:spMkLst>
        </pc:spChg>
        <pc:spChg chg="add mod topLvl">
          <ac:chgData name="一稀 志方" userId="44e4058b859d3eef" providerId="LiveId" clId="{10980DF6-97BC-4212-8410-0CFD3DEB9E94}" dt="2026-04-01T06:02:05.767" v="1100" actId="164"/>
          <ac:spMkLst>
            <pc:docMk/>
            <pc:sldMk cId="547910468" sldId="341"/>
            <ac:spMk id="81" creationId="{6B26E717-0B8E-A6C7-7725-E6BF828DEDDE}"/>
          </ac:spMkLst>
        </pc:spChg>
        <pc:spChg chg="add mod topLvl">
          <ac:chgData name="一稀 志方" userId="44e4058b859d3eef" providerId="LiveId" clId="{10980DF6-97BC-4212-8410-0CFD3DEB9E94}" dt="2026-04-01T06:02:05.767" v="1100" actId="164"/>
          <ac:spMkLst>
            <pc:docMk/>
            <pc:sldMk cId="547910468" sldId="341"/>
            <ac:spMk id="82" creationId="{2A7262E5-1F19-D5F0-2557-9F78E34AC2FE}"/>
          </ac:spMkLst>
        </pc:spChg>
        <pc:spChg chg="add mod topLvl">
          <ac:chgData name="一稀 志方" userId="44e4058b859d3eef" providerId="LiveId" clId="{10980DF6-97BC-4212-8410-0CFD3DEB9E94}" dt="2026-04-01T06:02:05.767" v="1100" actId="164"/>
          <ac:spMkLst>
            <pc:docMk/>
            <pc:sldMk cId="547910468" sldId="341"/>
            <ac:spMk id="83" creationId="{E173C643-6474-A93C-B5BB-3AD3A72B829C}"/>
          </ac:spMkLst>
        </pc:spChg>
        <pc:spChg chg="add mod topLvl">
          <ac:chgData name="一稀 志方" userId="44e4058b859d3eef" providerId="LiveId" clId="{10980DF6-97BC-4212-8410-0CFD3DEB9E94}" dt="2026-04-01T06:02:05.767" v="1100" actId="164"/>
          <ac:spMkLst>
            <pc:docMk/>
            <pc:sldMk cId="547910468" sldId="341"/>
            <ac:spMk id="84" creationId="{C34D4ADD-28A6-3414-8A20-A87E1E043144}"/>
          </ac:spMkLst>
        </pc:spChg>
        <pc:spChg chg="mod topLvl">
          <ac:chgData name="一稀 志方" userId="44e4058b859d3eef" providerId="LiveId" clId="{10980DF6-97BC-4212-8410-0CFD3DEB9E94}" dt="2026-04-01T06:03:22.437" v="1130" actId="164"/>
          <ac:spMkLst>
            <pc:docMk/>
            <pc:sldMk cId="547910468" sldId="341"/>
            <ac:spMk id="89" creationId="{02BFD9EA-E80D-F756-A1F0-E2F04B182E3A}"/>
          </ac:spMkLst>
        </pc:spChg>
        <pc:spChg chg="mod topLvl">
          <ac:chgData name="一稀 志方" userId="44e4058b859d3eef" providerId="LiveId" clId="{10980DF6-97BC-4212-8410-0CFD3DEB9E94}" dt="2026-04-01T06:03:22.437" v="1130" actId="164"/>
          <ac:spMkLst>
            <pc:docMk/>
            <pc:sldMk cId="547910468" sldId="341"/>
            <ac:spMk id="90" creationId="{2B2C56DB-D26C-545D-43ED-ABC9E2584D59}"/>
          </ac:spMkLst>
        </pc:spChg>
        <pc:spChg chg="mod topLvl">
          <ac:chgData name="一稀 志方" userId="44e4058b859d3eef" providerId="LiveId" clId="{10980DF6-97BC-4212-8410-0CFD3DEB9E94}" dt="2026-04-01T06:03:22.437" v="1130" actId="164"/>
          <ac:spMkLst>
            <pc:docMk/>
            <pc:sldMk cId="547910468" sldId="341"/>
            <ac:spMk id="92" creationId="{3A7BCD27-5D0E-353B-475D-B4739D61A7AA}"/>
          </ac:spMkLst>
        </pc:spChg>
        <pc:grpChg chg="add mod">
          <ac:chgData name="一稀 志方" userId="44e4058b859d3eef" providerId="LiveId" clId="{10980DF6-97BC-4212-8410-0CFD3DEB9E94}" dt="2026-04-01T05:47:54.904" v="867" actId="1076"/>
          <ac:grpSpMkLst>
            <pc:docMk/>
            <pc:sldMk cId="547910468" sldId="341"/>
            <ac:grpSpMk id="26" creationId="{0473914E-7596-C008-E0C4-45A8A7FBC7F9}"/>
          </ac:grpSpMkLst>
        </pc:grpChg>
        <pc:grpChg chg="add mod topLvl">
          <ac:chgData name="一稀 志方" userId="44e4058b859d3eef" providerId="LiveId" clId="{10980DF6-97BC-4212-8410-0CFD3DEB9E94}" dt="2026-04-01T05:59:07.252" v="1029" actId="164"/>
          <ac:grpSpMkLst>
            <pc:docMk/>
            <pc:sldMk cId="547910468" sldId="341"/>
            <ac:grpSpMk id="35" creationId="{E4AB7112-E7F6-36E3-CB9C-7E65FE49C3A2}"/>
          </ac:grpSpMkLst>
        </pc:grpChg>
        <pc:grpChg chg="add mod">
          <ac:chgData name="一稀 志方" userId="44e4058b859d3eef" providerId="LiveId" clId="{10980DF6-97BC-4212-8410-0CFD3DEB9E94}" dt="2026-04-01T05:59:16.148" v="1033" actId="1076"/>
          <ac:grpSpMkLst>
            <pc:docMk/>
            <pc:sldMk cId="547910468" sldId="341"/>
            <ac:grpSpMk id="37" creationId="{53B76F61-4DAF-7B7F-A0CC-3EF4AA0E0B40}"/>
          </ac:grpSpMkLst>
        </pc:grpChg>
        <pc:grpChg chg="add del mod topLvl">
          <ac:chgData name="一稀 志方" userId="44e4058b859d3eef" providerId="LiveId" clId="{10980DF6-97BC-4212-8410-0CFD3DEB9E94}" dt="2026-04-01T06:04:17.600" v="1152" actId="1037"/>
          <ac:grpSpMkLst>
            <pc:docMk/>
            <pc:sldMk cId="547910468" sldId="341"/>
            <ac:grpSpMk id="41" creationId="{6DC7C240-95B7-0307-4D99-3723A53C5C0B}"/>
          </ac:grpSpMkLst>
        </pc:grpChg>
        <pc:grpChg chg="add mod">
          <ac:chgData name="一稀 志方" userId="44e4058b859d3eef" providerId="LiveId" clId="{10980DF6-97BC-4212-8410-0CFD3DEB9E94}" dt="2026-04-01T05:37:25.687" v="695" actId="1076"/>
          <ac:grpSpMkLst>
            <pc:docMk/>
            <pc:sldMk cId="547910468" sldId="341"/>
            <ac:grpSpMk id="56" creationId="{BA087739-1A99-FE1A-A985-7D04BD6BD87B}"/>
          </ac:grpSpMkLst>
        </pc:grpChg>
        <pc:grpChg chg="add mod">
          <ac:chgData name="一稀 志方" userId="44e4058b859d3eef" providerId="LiveId" clId="{10980DF6-97BC-4212-8410-0CFD3DEB9E94}" dt="2026-04-01T05:38:51.078" v="725" actId="1076"/>
          <ac:grpSpMkLst>
            <pc:docMk/>
            <pc:sldMk cId="547910468" sldId="341"/>
            <ac:grpSpMk id="59" creationId="{B2D278B2-E022-A5BF-F8FF-FA318AECF556}"/>
          </ac:grpSpMkLst>
        </pc:grpChg>
        <pc:grpChg chg="add mod">
          <ac:chgData name="一稀 志方" userId="44e4058b859d3eef" providerId="LiveId" clId="{10980DF6-97BC-4212-8410-0CFD3DEB9E94}" dt="2026-04-01T05:39:18.449" v="733" actId="571"/>
          <ac:grpSpMkLst>
            <pc:docMk/>
            <pc:sldMk cId="547910468" sldId="341"/>
            <ac:grpSpMk id="60" creationId="{3013C613-3770-A5DF-2BB6-9C7AD97619E6}"/>
          </ac:grpSpMkLst>
        </pc:grpChg>
        <pc:grpChg chg="add mod">
          <ac:chgData name="一稀 志方" userId="44e4058b859d3eef" providerId="LiveId" clId="{10980DF6-97BC-4212-8410-0CFD3DEB9E94}" dt="2026-04-01T05:40:40.711" v="768" actId="1076"/>
          <ac:grpSpMkLst>
            <pc:docMk/>
            <pc:sldMk cId="547910468" sldId="341"/>
            <ac:grpSpMk id="66" creationId="{A5382F2C-AE37-5B41-08FA-803DA0519D82}"/>
          </ac:grpSpMkLst>
        </pc:grpChg>
        <pc:grpChg chg="add mod">
          <ac:chgData name="一稀 志方" userId="44e4058b859d3eef" providerId="LiveId" clId="{10980DF6-97BC-4212-8410-0CFD3DEB9E94}" dt="2026-04-01T06:02:05.767" v="1100" actId="164"/>
          <ac:grpSpMkLst>
            <pc:docMk/>
            <pc:sldMk cId="547910468" sldId="341"/>
            <ac:grpSpMk id="86" creationId="{5CDED0CE-D5A2-05DC-5738-056C4670C572}"/>
          </ac:grpSpMkLst>
        </pc:grpChg>
        <pc:grpChg chg="add mod">
          <ac:chgData name="一稀 志方" userId="44e4058b859d3eef" providerId="LiveId" clId="{10980DF6-97BC-4212-8410-0CFD3DEB9E94}" dt="2026-04-01T06:02:38.016" v="1101" actId="164"/>
          <ac:grpSpMkLst>
            <pc:docMk/>
            <pc:sldMk cId="547910468" sldId="341"/>
            <ac:grpSpMk id="87" creationId="{91F12B1E-92F2-1510-8569-FD40F5DD2F4E}"/>
          </ac:grpSpMkLst>
        </pc:grpChg>
        <pc:grpChg chg="add mod">
          <ac:chgData name="一稀 志方" userId="44e4058b859d3eef" providerId="LiveId" clId="{10980DF6-97BC-4212-8410-0CFD3DEB9E94}" dt="2026-04-01T06:03:32.153" v="1150" actId="1035"/>
          <ac:grpSpMkLst>
            <pc:docMk/>
            <pc:sldMk cId="547910468" sldId="341"/>
            <ac:grpSpMk id="93" creationId="{BABDB8F8-0FF9-CD75-52BB-214B6EC0482B}"/>
          </ac:grpSpMkLst>
        </pc:grpChg>
        <pc:cxnChg chg="add mod">
          <ac:chgData name="一稀 志方" userId="44e4058b859d3eef" providerId="LiveId" clId="{10980DF6-97BC-4212-8410-0CFD3DEB9E94}" dt="2026-04-01T05:47:00.706" v="849" actId="1582"/>
          <ac:cxnSpMkLst>
            <pc:docMk/>
            <pc:sldMk cId="547910468" sldId="341"/>
            <ac:cxnSpMk id="4" creationId="{1C8C968C-38BF-F151-F871-DE9907418C82}"/>
          </ac:cxnSpMkLst>
        </pc:cxnChg>
        <pc:cxnChg chg="add mod">
          <ac:chgData name="一稀 志方" userId="44e4058b859d3eef" providerId="LiveId" clId="{10980DF6-97BC-4212-8410-0CFD3DEB9E94}" dt="2026-04-01T05:47:00.706" v="849" actId="1582"/>
          <ac:cxnSpMkLst>
            <pc:docMk/>
            <pc:sldMk cId="547910468" sldId="341"/>
            <ac:cxnSpMk id="16" creationId="{0A5E933C-75A5-C328-5DC2-34F47A66537A}"/>
          </ac:cxnSpMkLst>
        </pc:cxnChg>
        <pc:cxnChg chg="add mod">
          <ac:chgData name="一稀 志方" userId="44e4058b859d3eef" providerId="LiveId" clId="{10980DF6-97BC-4212-8410-0CFD3DEB9E94}" dt="2026-04-01T05:47:00.706" v="849" actId="1582"/>
          <ac:cxnSpMkLst>
            <pc:docMk/>
            <pc:sldMk cId="547910468" sldId="341"/>
            <ac:cxnSpMk id="18" creationId="{2253D69B-F2EE-9EF3-9706-6D12590F805A}"/>
          </ac:cxnSpMkLst>
        </pc:cxnChg>
        <pc:cxnChg chg="add mod">
          <ac:chgData name="一稀 志方" userId="44e4058b859d3eef" providerId="LiveId" clId="{10980DF6-97BC-4212-8410-0CFD3DEB9E94}" dt="2026-04-01T05:47:00.706" v="849" actId="1582"/>
          <ac:cxnSpMkLst>
            <pc:docMk/>
            <pc:sldMk cId="547910468" sldId="341"/>
            <ac:cxnSpMk id="20" creationId="{D49CABB1-B80F-945F-902F-A2B5C2C9EDEA}"/>
          </ac:cxnSpMkLst>
        </pc:cxnChg>
        <pc:cxnChg chg="add mod">
          <ac:chgData name="一稀 志方" userId="44e4058b859d3eef" providerId="LiveId" clId="{10980DF6-97BC-4212-8410-0CFD3DEB9E94}" dt="2026-04-01T05:47:00.706" v="849" actId="1582"/>
          <ac:cxnSpMkLst>
            <pc:docMk/>
            <pc:sldMk cId="547910468" sldId="341"/>
            <ac:cxnSpMk id="23" creationId="{0DEADFC6-40F6-8D5E-DF85-D592368EC6E3}"/>
          </ac:cxnSpMkLst>
        </pc:cxnChg>
        <pc:cxnChg chg="add mod topLvl">
          <ac:chgData name="一稀 志方" userId="44e4058b859d3eef" providerId="LiveId" clId="{10980DF6-97BC-4212-8410-0CFD3DEB9E94}" dt="2026-04-01T06:02:05.767" v="1100" actId="164"/>
          <ac:cxnSpMkLst>
            <pc:docMk/>
            <pc:sldMk cId="547910468" sldId="341"/>
            <ac:cxnSpMk id="53" creationId="{8953DF03-6716-56AB-66A4-21357682E1D1}"/>
          </ac:cxnSpMkLst>
        </pc:cxnChg>
        <pc:cxnChg chg="add mod">
          <ac:chgData name="一稀 志方" userId="44e4058b859d3eef" providerId="LiveId" clId="{10980DF6-97BC-4212-8410-0CFD3DEB9E94}" dt="2026-04-01T06:00:36.437" v="1058" actId="1076"/>
          <ac:cxnSpMkLst>
            <pc:docMk/>
            <pc:sldMk cId="547910468" sldId="341"/>
            <ac:cxnSpMk id="54" creationId="{25CCC6FC-63A6-BB03-F856-20223CEE1A0D}"/>
          </ac:cxnSpMkLst>
        </pc:cxnChg>
        <pc:cxnChg chg="add mod">
          <ac:chgData name="一稀 志方" userId="44e4058b859d3eef" providerId="LiveId" clId="{10980DF6-97BC-4212-8410-0CFD3DEB9E94}" dt="2026-04-01T06:02:03.771" v="1099" actId="1036"/>
          <ac:cxnSpMkLst>
            <pc:docMk/>
            <pc:sldMk cId="547910468" sldId="341"/>
            <ac:cxnSpMk id="55" creationId="{CB0F7078-31E8-9F39-0F84-4FEB0628805A}"/>
          </ac:cxnSpMkLst>
        </pc:cxnChg>
      </pc:sldChg>
      <pc:sldChg chg="addSp delSp modSp add mod">
        <pc:chgData name="一稀 志方" userId="44e4058b859d3eef" providerId="LiveId" clId="{10980DF6-97BC-4212-8410-0CFD3DEB9E94}" dt="2026-04-01T08:43:38.501" v="1259" actId="207"/>
        <pc:sldMkLst>
          <pc:docMk/>
          <pc:sldMk cId="2412294184" sldId="342"/>
        </pc:sldMkLst>
        <pc:spChg chg="add mod">
          <ac:chgData name="一稀 志方" userId="44e4058b859d3eef" providerId="LiveId" clId="{10980DF6-97BC-4212-8410-0CFD3DEB9E94}" dt="2026-04-01T07:28:38.797" v="1234" actId="164"/>
          <ac:spMkLst>
            <pc:docMk/>
            <pc:sldMk cId="2412294184" sldId="342"/>
            <ac:spMk id="3" creationId="{BC752AAD-7C8E-0A8D-920D-0BC2E1D4F702}"/>
          </ac:spMkLst>
        </pc:spChg>
        <pc:spChg chg="add mod">
          <ac:chgData name="一稀 志方" userId="44e4058b859d3eef" providerId="LiveId" clId="{10980DF6-97BC-4212-8410-0CFD3DEB9E94}" dt="2026-04-01T07:28:38.797" v="1234" actId="164"/>
          <ac:spMkLst>
            <pc:docMk/>
            <pc:sldMk cId="2412294184" sldId="342"/>
            <ac:spMk id="17" creationId="{DBB79E75-A1E9-5C07-FCFE-1AAC14268AE9}"/>
          </ac:spMkLst>
        </pc:spChg>
        <pc:spChg chg="add mod">
          <ac:chgData name="一稀 志方" userId="44e4058b859d3eef" providerId="LiveId" clId="{10980DF6-97BC-4212-8410-0CFD3DEB9E94}" dt="2026-04-01T08:43:38.501" v="1259" actId="207"/>
          <ac:spMkLst>
            <pc:docMk/>
            <pc:sldMk cId="2412294184" sldId="342"/>
            <ac:spMk id="21" creationId="{C6147F20-4145-42EC-214F-F239F62804C7}"/>
          </ac:spMkLst>
        </pc:spChg>
        <pc:grpChg chg="add mod">
          <ac:chgData name="一稀 志方" userId="44e4058b859d3eef" providerId="LiveId" clId="{10980DF6-97BC-4212-8410-0CFD3DEB9E94}" dt="2026-04-01T07:28:41.190" v="1235" actId="14100"/>
          <ac:grpSpMkLst>
            <pc:docMk/>
            <pc:sldMk cId="2412294184" sldId="342"/>
            <ac:grpSpMk id="19" creationId="{84CFA168-7D2B-B04B-D1B2-66A19A0A4AD2}"/>
          </ac:grpSpMkLst>
        </pc:grpChg>
        <pc:picChg chg="add mod">
          <ac:chgData name="一稀 志方" userId="44e4058b859d3eef" providerId="LiveId" clId="{10980DF6-97BC-4212-8410-0CFD3DEB9E94}" dt="2026-04-01T08:43:28.854" v="1256" actId="14100"/>
          <ac:picMkLst>
            <pc:docMk/>
            <pc:sldMk cId="2412294184" sldId="342"/>
            <ac:picMk id="2050" creationId="{EE4EF67A-6248-0492-AE6E-015990FB6BD2}"/>
          </ac:picMkLst>
        </pc:picChg>
      </pc:sldChg>
      <pc:sldChg chg="addSp delSp modSp mod">
        <pc:chgData name="一稀 志方" userId="44e4058b859d3eef" providerId="LiveId" clId="{10980DF6-97BC-4212-8410-0CFD3DEB9E94}" dt="2026-04-07T09:03:30.471" v="1553" actId="207"/>
        <pc:sldMkLst>
          <pc:docMk/>
          <pc:sldMk cId="2231459199" sldId="343"/>
        </pc:sldMkLst>
        <pc:spChg chg="mod">
          <ac:chgData name="一稀 志方" userId="44e4058b859d3eef" providerId="LiveId" clId="{10980DF6-97BC-4212-8410-0CFD3DEB9E94}" dt="2026-04-07T09:02:58.623" v="1542" actId="207"/>
          <ac:spMkLst>
            <pc:docMk/>
            <pc:sldMk cId="2231459199" sldId="343"/>
            <ac:spMk id="2" creationId="{A46E89A1-508C-6FC2-CE3C-BEE3A0593588}"/>
          </ac:spMkLst>
        </pc:spChg>
        <pc:spChg chg="mod">
          <ac:chgData name="一稀 志方" userId="44e4058b859d3eef" providerId="LiveId" clId="{10980DF6-97BC-4212-8410-0CFD3DEB9E94}" dt="2026-04-07T09:02:58.623" v="1542" actId="207"/>
          <ac:spMkLst>
            <pc:docMk/>
            <pc:sldMk cId="2231459199" sldId="343"/>
            <ac:spMk id="5" creationId="{69790E85-A49F-0C58-4507-9DA57E2D755A}"/>
          </ac:spMkLst>
        </pc:spChg>
        <pc:spChg chg="mod">
          <ac:chgData name="一稀 志方" userId="44e4058b859d3eef" providerId="LiveId" clId="{10980DF6-97BC-4212-8410-0CFD3DEB9E94}" dt="2026-04-07T09:02:58.623" v="1542" actId="207"/>
          <ac:spMkLst>
            <pc:docMk/>
            <pc:sldMk cId="2231459199" sldId="343"/>
            <ac:spMk id="6" creationId="{EC831ACF-BC5E-8E3C-B930-5992F43F514C}"/>
          </ac:spMkLst>
        </pc:spChg>
        <pc:spChg chg="mod">
          <ac:chgData name="一稀 志方" userId="44e4058b859d3eef" providerId="LiveId" clId="{10980DF6-97BC-4212-8410-0CFD3DEB9E94}" dt="2026-04-07T09:02:58.623" v="1542" actId="207"/>
          <ac:spMkLst>
            <pc:docMk/>
            <pc:sldMk cId="2231459199" sldId="343"/>
            <ac:spMk id="7" creationId="{5700FC32-63F1-89E0-98CE-E89757C3233F}"/>
          </ac:spMkLst>
        </pc:spChg>
        <pc:spChg chg="mod">
          <ac:chgData name="一稀 志方" userId="44e4058b859d3eef" providerId="LiveId" clId="{10980DF6-97BC-4212-8410-0CFD3DEB9E94}" dt="2026-04-07T09:02:58.623" v="1542" actId="207"/>
          <ac:spMkLst>
            <pc:docMk/>
            <pc:sldMk cId="2231459199" sldId="343"/>
            <ac:spMk id="8" creationId="{FE957B21-EA3C-A99F-CF63-61BBC78F91A5}"/>
          </ac:spMkLst>
        </pc:spChg>
        <pc:spChg chg="mod">
          <ac:chgData name="一稀 志方" userId="44e4058b859d3eef" providerId="LiveId" clId="{10980DF6-97BC-4212-8410-0CFD3DEB9E94}" dt="2026-04-07T09:02:58.623" v="1542" actId="207"/>
          <ac:spMkLst>
            <pc:docMk/>
            <pc:sldMk cId="2231459199" sldId="343"/>
            <ac:spMk id="9" creationId="{DC344E42-DFA5-7112-F3E9-D45A72FF707D}"/>
          </ac:spMkLst>
        </pc:spChg>
        <pc:spChg chg="mod">
          <ac:chgData name="一稀 志方" userId="44e4058b859d3eef" providerId="LiveId" clId="{10980DF6-97BC-4212-8410-0CFD3DEB9E94}" dt="2026-04-07T09:02:58.623" v="1542" actId="207"/>
          <ac:spMkLst>
            <pc:docMk/>
            <pc:sldMk cId="2231459199" sldId="343"/>
            <ac:spMk id="10" creationId="{D239FDFF-333B-DF09-7D41-02F001C76C6B}"/>
          </ac:spMkLst>
        </pc:spChg>
        <pc:spChg chg="mod">
          <ac:chgData name="一稀 志方" userId="44e4058b859d3eef" providerId="LiveId" clId="{10980DF6-97BC-4212-8410-0CFD3DEB9E94}" dt="2026-04-07T09:02:58.623" v="1542" actId="207"/>
          <ac:spMkLst>
            <pc:docMk/>
            <pc:sldMk cId="2231459199" sldId="343"/>
            <ac:spMk id="11" creationId="{246802C0-AA39-F0BF-2876-8AAB5CA5AA10}"/>
          </ac:spMkLst>
        </pc:spChg>
        <pc:spChg chg="mod">
          <ac:chgData name="一稀 志方" userId="44e4058b859d3eef" providerId="LiveId" clId="{10980DF6-97BC-4212-8410-0CFD3DEB9E94}" dt="2026-04-07T09:02:58.623" v="1542" actId="207"/>
          <ac:spMkLst>
            <pc:docMk/>
            <pc:sldMk cId="2231459199" sldId="343"/>
            <ac:spMk id="13" creationId="{B1A958F6-5EC7-7147-3E4F-E86044711FEE}"/>
          </ac:spMkLst>
        </pc:spChg>
        <pc:spChg chg="mod">
          <ac:chgData name="一稀 志方" userId="44e4058b859d3eef" providerId="LiveId" clId="{10980DF6-97BC-4212-8410-0CFD3DEB9E94}" dt="2026-04-07T09:02:58.623" v="1542" actId="207"/>
          <ac:spMkLst>
            <pc:docMk/>
            <pc:sldMk cId="2231459199" sldId="343"/>
            <ac:spMk id="14" creationId="{5477596F-AE4C-C43C-3B5B-DB010765777A}"/>
          </ac:spMkLst>
        </pc:spChg>
        <pc:spChg chg="mod">
          <ac:chgData name="一稀 志方" userId="44e4058b859d3eef" providerId="LiveId" clId="{10980DF6-97BC-4212-8410-0CFD3DEB9E94}" dt="2026-04-07T09:03:08.974" v="1544" actId="207"/>
          <ac:spMkLst>
            <pc:docMk/>
            <pc:sldMk cId="2231459199" sldId="343"/>
            <ac:spMk id="15" creationId="{6F052814-D77F-8361-D1FE-EA68ECADD3CB}"/>
          </ac:spMkLst>
        </pc:spChg>
        <pc:spChg chg="mod">
          <ac:chgData name="一稀 志方" userId="44e4058b859d3eef" providerId="LiveId" clId="{10980DF6-97BC-4212-8410-0CFD3DEB9E94}" dt="2026-04-07T08:50:05.288" v="1539" actId="1076"/>
          <ac:spMkLst>
            <pc:docMk/>
            <pc:sldMk cId="2231459199" sldId="343"/>
            <ac:spMk id="19" creationId="{35A0EB9A-C52E-63FA-CA21-4B6B8AA57997}"/>
          </ac:spMkLst>
        </pc:spChg>
        <pc:spChg chg="mod">
          <ac:chgData name="一稀 志方" userId="44e4058b859d3eef" providerId="LiveId" clId="{10980DF6-97BC-4212-8410-0CFD3DEB9E94}" dt="2026-04-07T09:03:08.974" v="1544" actId="207"/>
          <ac:spMkLst>
            <pc:docMk/>
            <pc:sldMk cId="2231459199" sldId="343"/>
            <ac:spMk id="61" creationId="{5FEA8FEC-E580-8DB2-1956-1993247A7C55}"/>
          </ac:spMkLst>
        </pc:spChg>
        <pc:spChg chg="add mod ord">
          <ac:chgData name="一稀 志方" userId="44e4058b859d3eef" providerId="LiveId" clId="{10980DF6-97BC-4212-8410-0CFD3DEB9E94}" dt="2026-04-07T09:03:17.885" v="1547" actId="208"/>
          <ac:spMkLst>
            <pc:docMk/>
            <pc:sldMk cId="2231459199" sldId="343"/>
            <ac:spMk id="74" creationId="{12E50894-E211-AFED-4AB0-42471ACEE80A}"/>
          </ac:spMkLst>
        </pc:spChg>
        <pc:spChg chg="del mod">
          <ac:chgData name="一稀 志方" userId="44e4058b859d3eef" providerId="LiveId" clId="{10980DF6-97BC-4212-8410-0CFD3DEB9E94}" dt="2026-04-07T08:41:30.327" v="1371" actId="478"/>
          <ac:spMkLst>
            <pc:docMk/>
            <pc:sldMk cId="2231459199" sldId="343"/>
            <ac:spMk id="85" creationId="{F29E547A-EB6C-F768-16D3-1BE38D883E87}"/>
          </ac:spMkLst>
        </pc:spChg>
        <pc:spChg chg="del mod">
          <ac:chgData name="一稀 志方" userId="44e4058b859d3eef" providerId="LiveId" clId="{10980DF6-97BC-4212-8410-0CFD3DEB9E94}" dt="2026-04-07T08:41:28.628" v="1370" actId="478"/>
          <ac:spMkLst>
            <pc:docMk/>
            <pc:sldMk cId="2231459199" sldId="343"/>
            <ac:spMk id="86" creationId="{867CFD48-5432-5DE7-4E4B-818122F49B75}"/>
          </ac:spMkLst>
        </pc:spChg>
        <pc:spChg chg="del mod topLvl">
          <ac:chgData name="一稀 志方" userId="44e4058b859d3eef" providerId="LiveId" clId="{10980DF6-97BC-4212-8410-0CFD3DEB9E94}" dt="2026-04-07T08:41:32.039" v="1372" actId="478"/>
          <ac:spMkLst>
            <pc:docMk/>
            <pc:sldMk cId="2231459199" sldId="343"/>
            <ac:spMk id="89" creationId="{5B7F6498-439D-659B-D4BB-0F2B6994D573}"/>
          </ac:spMkLst>
        </pc:spChg>
        <pc:spChg chg="mod ord topLvl">
          <ac:chgData name="一稀 志方" userId="44e4058b859d3eef" providerId="LiveId" clId="{10980DF6-97BC-4212-8410-0CFD3DEB9E94}" dt="2026-04-07T09:03:17.885" v="1547" actId="208"/>
          <ac:spMkLst>
            <pc:docMk/>
            <pc:sldMk cId="2231459199" sldId="343"/>
            <ac:spMk id="90" creationId="{9E8739C8-3D46-F440-A3B7-E39FB55E6894}"/>
          </ac:spMkLst>
        </pc:spChg>
        <pc:spChg chg="mod topLvl">
          <ac:chgData name="一稀 志方" userId="44e4058b859d3eef" providerId="LiveId" clId="{10980DF6-97BC-4212-8410-0CFD3DEB9E94}" dt="2026-04-07T09:03:23.068" v="1549" actId="208"/>
          <ac:spMkLst>
            <pc:docMk/>
            <pc:sldMk cId="2231459199" sldId="343"/>
            <ac:spMk id="96" creationId="{BD5A7196-EC40-D9E2-DF38-958EAFDF5B32}"/>
          </ac:spMkLst>
        </pc:spChg>
        <pc:spChg chg="mod topLvl">
          <ac:chgData name="一稀 志方" userId="44e4058b859d3eef" providerId="LiveId" clId="{10980DF6-97BC-4212-8410-0CFD3DEB9E94}" dt="2026-04-07T08:42:11.484" v="1407" actId="164"/>
          <ac:spMkLst>
            <pc:docMk/>
            <pc:sldMk cId="2231459199" sldId="343"/>
            <ac:spMk id="98" creationId="{13F33059-00A6-1B00-3608-EDEA5C666DC7}"/>
          </ac:spMkLst>
        </pc:spChg>
        <pc:spChg chg="mod topLvl">
          <ac:chgData name="一稀 志方" userId="44e4058b859d3eef" providerId="LiveId" clId="{10980DF6-97BC-4212-8410-0CFD3DEB9E94}" dt="2026-04-07T08:42:11.484" v="1407" actId="164"/>
          <ac:spMkLst>
            <pc:docMk/>
            <pc:sldMk cId="2231459199" sldId="343"/>
            <ac:spMk id="99" creationId="{A3C7B689-6E47-D02F-68E1-675479307886}"/>
          </ac:spMkLst>
        </pc:spChg>
        <pc:spChg chg="mod topLvl">
          <ac:chgData name="一稀 志方" userId="44e4058b859d3eef" providerId="LiveId" clId="{10980DF6-97BC-4212-8410-0CFD3DEB9E94}" dt="2026-04-07T08:42:07.208" v="1406" actId="165"/>
          <ac:spMkLst>
            <pc:docMk/>
            <pc:sldMk cId="2231459199" sldId="343"/>
            <ac:spMk id="103" creationId="{39E5D35F-EF07-3D59-A301-9DF2A5566C2F}"/>
          </ac:spMkLst>
        </pc:spChg>
        <pc:spChg chg="mod topLvl">
          <ac:chgData name="一稀 志方" userId="44e4058b859d3eef" providerId="LiveId" clId="{10980DF6-97BC-4212-8410-0CFD3DEB9E94}" dt="2026-04-07T08:42:07.208" v="1406" actId="165"/>
          <ac:spMkLst>
            <pc:docMk/>
            <pc:sldMk cId="2231459199" sldId="343"/>
            <ac:spMk id="106" creationId="{11039509-1B34-E1A4-1EED-746F54EB23EE}"/>
          </ac:spMkLst>
        </pc:spChg>
        <pc:spChg chg="mod topLvl">
          <ac:chgData name="一稀 志方" userId="44e4058b859d3eef" providerId="LiveId" clId="{10980DF6-97BC-4212-8410-0CFD3DEB9E94}" dt="2026-04-07T09:03:23.068" v="1549" actId="208"/>
          <ac:spMkLst>
            <pc:docMk/>
            <pc:sldMk cId="2231459199" sldId="343"/>
            <ac:spMk id="111" creationId="{FEC06574-9858-9D11-4479-42F259DCB54A}"/>
          </ac:spMkLst>
        </pc:spChg>
        <pc:spChg chg="mod">
          <ac:chgData name="一稀 志方" userId="44e4058b859d3eef" providerId="LiveId" clId="{10980DF6-97BC-4212-8410-0CFD3DEB9E94}" dt="2026-04-07T09:03:08.974" v="1544" actId="207"/>
          <ac:spMkLst>
            <pc:docMk/>
            <pc:sldMk cId="2231459199" sldId="343"/>
            <ac:spMk id="113" creationId="{BE450780-4281-E4B0-40D3-92988A7D78FA}"/>
          </ac:spMkLst>
        </pc:spChg>
        <pc:spChg chg="mod">
          <ac:chgData name="一稀 志方" userId="44e4058b859d3eef" providerId="LiveId" clId="{10980DF6-97BC-4212-8410-0CFD3DEB9E94}" dt="2026-04-07T09:03:08.974" v="1544" actId="207"/>
          <ac:spMkLst>
            <pc:docMk/>
            <pc:sldMk cId="2231459199" sldId="343"/>
            <ac:spMk id="134" creationId="{B5AE7748-E2CE-86C1-B6A5-C9B768B79788}"/>
          </ac:spMkLst>
        </pc:spChg>
        <pc:spChg chg="mod topLvl">
          <ac:chgData name="一稀 志方" userId="44e4058b859d3eef" providerId="LiveId" clId="{10980DF6-97BC-4212-8410-0CFD3DEB9E94}" dt="2026-04-07T08:42:11.484" v="1407" actId="164"/>
          <ac:spMkLst>
            <pc:docMk/>
            <pc:sldMk cId="2231459199" sldId="343"/>
            <ac:spMk id="138" creationId="{AB160874-CCB9-01BD-A6A6-DEF8878C2BFE}"/>
          </ac:spMkLst>
        </pc:spChg>
        <pc:spChg chg="mod topLvl">
          <ac:chgData name="一稀 志方" userId="44e4058b859d3eef" providerId="LiveId" clId="{10980DF6-97BC-4212-8410-0CFD3DEB9E94}" dt="2026-04-07T08:42:07.208" v="1406" actId="165"/>
          <ac:spMkLst>
            <pc:docMk/>
            <pc:sldMk cId="2231459199" sldId="343"/>
            <ac:spMk id="139" creationId="{0C719293-E8E1-CEF4-9EFE-55D2CB1239FA}"/>
          </ac:spMkLst>
        </pc:spChg>
        <pc:spChg chg="mod">
          <ac:chgData name="一稀 志方" userId="44e4058b859d3eef" providerId="LiveId" clId="{10980DF6-97BC-4212-8410-0CFD3DEB9E94}" dt="2026-04-07T08:42:34.092" v="1417" actId="1076"/>
          <ac:spMkLst>
            <pc:docMk/>
            <pc:sldMk cId="2231459199" sldId="343"/>
            <ac:spMk id="141" creationId="{0F070826-EF74-06A6-2820-694B7F4BC523}"/>
          </ac:spMkLst>
        </pc:spChg>
        <pc:spChg chg="mod">
          <ac:chgData name="一稀 志方" userId="44e4058b859d3eef" providerId="LiveId" clId="{10980DF6-97BC-4212-8410-0CFD3DEB9E94}" dt="2026-04-07T08:42:07.208" v="1406" actId="165"/>
          <ac:spMkLst>
            <pc:docMk/>
            <pc:sldMk cId="2231459199" sldId="343"/>
            <ac:spMk id="148" creationId="{82313176-C71D-0E04-23C4-4A08C1E93D56}"/>
          </ac:spMkLst>
        </pc:spChg>
        <pc:spChg chg="del mod topLvl">
          <ac:chgData name="一稀 志方" userId="44e4058b859d3eef" providerId="LiveId" clId="{10980DF6-97BC-4212-8410-0CFD3DEB9E94}" dt="2026-04-07T08:44:31.499" v="1441" actId="478"/>
          <ac:spMkLst>
            <pc:docMk/>
            <pc:sldMk cId="2231459199" sldId="343"/>
            <ac:spMk id="159" creationId="{92F8D8E4-0A68-A964-2D4C-7CE5CE16F5A4}"/>
          </ac:spMkLst>
        </pc:spChg>
        <pc:spChg chg="mod">
          <ac:chgData name="一稀 志方" userId="44e4058b859d3eef" providerId="LiveId" clId="{10980DF6-97BC-4212-8410-0CFD3DEB9E94}" dt="2026-04-07T08:45:25.694" v="1457" actId="1076"/>
          <ac:spMkLst>
            <pc:docMk/>
            <pc:sldMk cId="2231459199" sldId="343"/>
            <ac:spMk id="160" creationId="{9DE3800B-6936-8A60-FD50-3BD6BC259214}"/>
          </ac:spMkLst>
        </pc:spChg>
        <pc:spChg chg="mod">
          <ac:chgData name="一稀 志方" userId="44e4058b859d3eef" providerId="LiveId" clId="{10980DF6-97BC-4212-8410-0CFD3DEB9E94}" dt="2026-04-07T08:45:28.675" v="1458" actId="1076"/>
          <ac:spMkLst>
            <pc:docMk/>
            <pc:sldMk cId="2231459199" sldId="343"/>
            <ac:spMk id="161" creationId="{9CA51A7F-74DE-CFB8-4530-248787CF347F}"/>
          </ac:spMkLst>
        </pc:spChg>
        <pc:spChg chg="mod topLvl">
          <ac:chgData name="一稀 志方" userId="44e4058b859d3eef" providerId="LiveId" clId="{10980DF6-97BC-4212-8410-0CFD3DEB9E94}" dt="2026-04-07T08:46:59.644" v="1495" actId="12788"/>
          <ac:spMkLst>
            <pc:docMk/>
            <pc:sldMk cId="2231459199" sldId="343"/>
            <ac:spMk id="162" creationId="{35A47AE4-059B-1572-CC34-5C48FAF21A4D}"/>
          </ac:spMkLst>
        </pc:spChg>
        <pc:spChg chg="mod topLvl">
          <ac:chgData name="一稀 志方" userId="44e4058b859d3eef" providerId="LiveId" clId="{10980DF6-97BC-4212-8410-0CFD3DEB9E94}" dt="2026-04-07T08:47:49.305" v="1503" actId="165"/>
          <ac:spMkLst>
            <pc:docMk/>
            <pc:sldMk cId="2231459199" sldId="343"/>
            <ac:spMk id="164" creationId="{DF79CAFB-5B94-096F-883D-152A708E8E24}"/>
          </ac:spMkLst>
        </pc:spChg>
        <pc:spChg chg="mod topLvl">
          <ac:chgData name="一稀 志方" userId="44e4058b859d3eef" providerId="LiveId" clId="{10980DF6-97BC-4212-8410-0CFD3DEB9E94}" dt="2026-04-07T08:47:49.305" v="1503" actId="165"/>
          <ac:spMkLst>
            <pc:docMk/>
            <pc:sldMk cId="2231459199" sldId="343"/>
            <ac:spMk id="165" creationId="{430C03D5-EB1B-59DB-2064-18F324AC237A}"/>
          </ac:spMkLst>
        </pc:spChg>
        <pc:spChg chg="mod topLvl">
          <ac:chgData name="一稀 志方" userId="44e4058b859d3eef" providerId="LiveId" clId="{10980DF6-97BC-4212-8410-0CFD3DEB9E94}" dt="2026-04-07T08:47:49.305" v="1503" actId="165"/>
          <ac:spMkLst>
            <pc:docMk/>
            <pc:sldMk cId="2231459199" sldId="343"/>
            <ac:spMk id="166" creationId="{D5124E30-706A-AE82-DB2A-BB766C775032}"/>
          </ac:spMkLst>
        </pc:spChg>
        <pc:spChg chg="mod topLvl">
          <ac:chgData name="一稀 志方" userId="44e4058b859d3eef" providerId="LiveId" clId="{10980DF6-97BC-4212-8410-0CFD3DEB9E94}" dt="2026-04-07T08:47:49.305" v="1503" actId="165"/>
          <ac:spMkLst>
            <pc:docMk/>
            <pc:sldMk cId="2231459199" sldId="343"/>
            <ac:spMk id="167" creationId="{192F7C0B-81EA-9F93-ADFB-7BD37D8053A2}"/>
          </ac:spMkLst>
        </pc:spChg>
        <pc:spChg chg="del mod topLvl">
          <ac:chgData name="一稀 志方" userId="44e4058b859d3eef" providerId="LiveId" clId="{10980DF6-97BC-4212-8410-0CFD3DEB9E94}" dt="2026-04-07T08:45:34.551" v="1460" actId="478"/>
          <ac:spMkLst>
            <pc:docMk/>
            <pc:sldMk cId="2231459199" sldId="343"/>
            <ac:spMk id="169" creationId="{417B6764-4249-8183-0F44-E6DB0259F6AC}"/>
          </ac:spMkLst>
        </pc:spChg>
        <pc:spChg chg="mod">
          <ac:chgData name="一稀 志方" userId="44e4058b859d3eef" providerId="LiveId" clId="{10980DF6-97BC-4212-8410-0CFD3DEB9E94}" dt="2026-04-07T08:45:12.611" v="1453" actId="164"/>
          <ac:spMkLst>
            <pc:docMk/>
            <pc:sldMk cId="2231459199" sldId="343"/>
            <ac:spMk id="170" creationId="{661AD708-3047-BE13-634B-D6513A0EC3C2}"/>
          </ac:spMkLst>
        </pc:spChg>
        <pc:spChg chg="mod topLvl">
          <ac:chgData name="一稀 志方" userId="44e4058b859d3eef" providerId="LiveId" clId="{10980DF6-97BC-4212-8410-0CFD3DEB9E94}" dt="2026-04-07T08:45:12.611" v="1453" actId="164"/>
          <ac:spMkLst>
            <pc:docMk/>
            <pc:sldMk cId="2231459199" sldId="343"/>
            <ac:spMk id="171" creationId="{357B1DDF-A37B-CE51-8C05-12C934184287}"/>
          </ac:spMkLst>
        </pc:spChg>
        <pc:spChg chg="mod topLvl">
          <ac:chgData name="一稀 志方" userId="44e4058b859d3eef" providerId="LiveId" clId="{10980DF6-97BC-4212-8410-0CFD3DEB9E94}" dt="2026-04-07T08:48:34.067" v="1516" actId="12789"/>
          <ac:spMkLst>
            <pc:docMk/>
            <pc:sldMk cId="2231459199" sldId="343"/>
            <ac:spMk id="172" creationId="{6AE055CD-E3FC-8714-D751-E3AE33400216}"/>
          </ac:spMkLst>
        </pc:spChg>
        <pc:spChg chg="mod topLvl">
          <ac:chgData name="一稀 志方" userId="44e4058b859d3eef" providerId="LiveId" clId="{10980DF6-97BC-4212-8410-0CFD3DEB9E94}" dt="2026-04-07T08:48:34.067" v="1516" actId="12789"/>
          <ac:spMkLst>
            <pc:docMk/>
            <pc:sldMk cId="2231459199" sldId="343"/>
            <ac:spMk id="173" creationId="{19491D2B-99D4-BF85-AA94-06A1F3A3BEA8}"/>
          </ac:spMkLst>
        </pc:spChg>
        <pc:spChg chg="mod topLvl">
          <ac:chgData name="一稀 志方" userId="44e4058b859d3eef" providerId="LiveId" clId="{10980DF6-97BC-4212-8410-0CFD3DEB9E94}" dt="2026-04-07T08:45:20.257" v="1455" actId="164"/>
          <ac:spMkLst>
            <pc:docMk/>
            <pc:sldMk cId="2231459199" sldId="343"/>
            <ac:spMk id="184" creationId="{CD172B36-3573-1A78-AA70-36CCE9E7D373}"/>
          </ac:spMkLst>
        </pc:spChg>
        <pc:spChg chg="add mod">
          <ac:chgData name="一稀 志方" userId="44e4058b859d3eef" providerId="LiveId" clId="{10980DF6-97BC-4212-8410-0CFD3DEB9E94}" dt="2026-04-07T08:47:23.425" v="1499" actId="571"/>
          <ac:spMkLst>
            <pc:docMk/>
            <pc:sldMk cId="2231459199" sldId="343"/>
            <ac:spMk id="222" creationId="{D29ABD92-C614-F3DA-D61A-781DB692DAB9}"/>
          </ac:spMkLst>
        </pc:spChg>
        <pc:spChg chg="add mod">
          <ac:chgData name="一稀 志方" userId="44e4058b859d3eef" providerId="LiveId" clId="{10980DF6-97BC-4212-8410-0CFD3DEB9E94}" dt="2026-04-07T09:03:08.974" v="1544" actId="207"/>
          <ac:spMkLst>
            <pc:docMk/>
            <pc:sldMk cId="2231459199" sldId="343"/>
            <ac:spMk id="223" creationId="{C7AEA831-81E6-0DCF-F33B-2B357A43C968}"/>
          </ac:spMkLst>
        </pc:spChg>
        <pc:spChg chg="mod">
          <ac:chgData name="一稀 志方" userId="44e4058b859d3eef" providerId="LiveId" clId="{10980DF6-97BC-4212-8410-0CFD3DEB9E94}" dt="2026-04-07T09:03:08.974" v="1544" actId="207"/>
          <ac:spMkLst>
            <pc:docMk/>
            <pc:sldMk cId="2231459199" sldId="343"/>
            <ac:spMk id="262" creationId="{11726790-A141-2BCF-053C-5F76A6C0CBB1}"/>
          </ac:spMkLst>
        </pc:spChg>
        <pc:spChg chg="mod">
          <ac:chgData name="一稀 志方" userId="44e4058b859d3eef" providerId="LiveId" clId="{10980DF6-97BC-4212-8410-0CFD3DEB9E94}" dt="2026-04-07T09:03:08.974" v="1544" actId="207"/>
          <ac:spMkLst>
            <pc:docMk/>
            <pc:sldMk cId="2231459199" sldId="343"/>
            <ac:spMk id="263" creationId="{F3C7754F-2F32-C793-0B38-10254F37E144}"/>
          </ac:spMkLst>
        </pc:spChg>
        <pc:spChg chg="mod">
          <ac:chgData name="一稀 志方" userId="44e4058b859d3eef" providerId="LiveId" clId="{10980DF6-97BC-4212-8410-0CFD3DEB9E94}" dt="2026-04-07T09:03:30.471" v="1553" actId="207"/>
          <ac:spMkLst>
            <pc:docMk/>
            <pc:sldMk cId="2231459199" sldId="343"/>
            <ac:spMk id="302" creationId="{D933616A-0947-0BA3-B47D-4EB1F59E5A74}"/>
          </ac:spMkLst>
        </pc:spChg>
        <pc:spChg chg="mod">
          <ac:chgData name="一稀 志方" userId="44e4058b859d3eef" providerId="LiveId" clId="{10980DF6-97BC-4212-8410-0CFD3DEB9E94}" dt="2026-04-07T09:03:30.471" v="1553" actId="207"/>
          <ac:spMkLst>
            <pc:docMk/>
            <pc:sldMk cId="2231459199" sldId="343"/>
            <ac:spMk id="322" creationId="{C74016A3-082A-E02B-E5C6-C0D39DD36F42}"/>
          </ac:spMkLst>
        </pc:spChg>
        <pc:spChg chg="add del">
          <ac:chgData name="一稀 志方" userId="44e4058b859d3eef" providerId="LiveId" clId="{10980DF6-97BC-4212-8410-0CFD3DEB9E94}" dt="2026-04-07T08:43:19.436" v="1424" actId="478"/>
          <ac:spMkLst>
            <pc:docMk/>
            <pc:sldMk cId="2231459199" sldId="343"/>
            <ac:spMk id="323" creationId="{C5940D29-76EC-FC1D-0F3E-5AA39A758D70}"/>
          </ac:spMkLst>
        </pc:spChg>
        <pc:spChg chg="add del">
          <ac:chgData name="一稀 志方" userId="44e4058b859d3eef" providerId="LiveId" clId="{10980DF6-97BC-4212-8410-0CFD3DEB9E94}" dt="2026-04-07T08:43:19.436" v="1424" actId="478"/>
          <ac:spMkLst>
            <pc:docMk/>
            <pc:sldMk cId="2231459199" sldId="343"/>
            <ac:spMk id="324" creationId="{919E8BC0-D5BB-2376-576E-7C426CE51F66}"/>
          </ac:spMkLst>
        </pc:spChg>
        <pc:spChg chg="add del mod">
          <ac:chgData name="一稀 志方" userId="44e4058b859d3eef" providerId="LiveId" clId="{10980DF6-97BC-4212-8410-0CFD3DEB9E94}" dt="2026-04-07T08:43:19.436" v="1424" actId="478"/>
          <ac:spMkLst>
            <pc:docMk/>
            <pc:sldMk cId="2231459199" sldId="343"/>
            <ac:spMk id="325" creationId="{7D775EDA-77DE-8B80-8552-5BB91A6B5A61}"/>
          </ac:spMkLst>
        </pc:spChg>
        <pc:spChg chg="add del">
          <ac:chgData name="一稀 志方" userId="44e4058b859d3eef" providerId="LiveId" clId="{10980DF6-97BC-4212-8410-0CFD3DEB9E94}" dt="2026-04-07T08:43:19.436" v="1424" actId="478"/>
          <ac:spMkLst>
            <pc:docMk/>
            <pc:sldMk cId="2231459199" sldId="343"/>
            <ac:spMk id="326" creationId="{49193720-081C-4F8E-D2D2-0BAF4F872A7E}"/>
          </ac:spMkLst>
        </pc:spChg>
        <pc:spChg chg="add del">
          <ac:chgData name="一稀 志方" userId="44e4058b859d3eef" providerId="LiveId" clId="{10980DF6-97BC-4212-8410-0CFD3DEB9E94}" dt="2026-04-07T08:43:19.436" v="1424" actId="478"/>
          <ac:spMkLst>
            <pc:docMk/>
            <pc:sldMk cId="2231459199" sldId="343"/>
            <ac:spMk id="327" creationId="{0A8C7405-0892-C748-F9BC-BBFBB326C110}"/>
          </ac:spMkLst>
        </pc:spChg>
        <pc:spChg chg="del">
          <ac:chgData name="一稀 志方" userId="44e4058b859d3eef" providerId="LiveId" clId="{10980DF6-97BC-4212-8410-0CFD3DEB9E94}" dt="2026-04-07T08:43:19.436" v="1424" actId="478"/>
          <ac:spMkLst>
            <pc:docMk/>
            <pc:sldMk cId="2231459199" sldId="343"/>
            <ac:spMk id="328" creationId="{3665E613-1FEE-2DAD-0CD8-42D7944EB412}"/>
          </ac:spMkLst>
        </pc:spChg>
        <pc:spChg chg="add del">
          <ac:chgData name="一稀 志方" userId="44e4058b859d3eef" providerId="LiveId" clId="{10980DF6-97BC-4212-8410-0CFD3DEB9E94}" dt="2026-04-07T08:43:19.436" v="1424" actId="478"/>
          <ac:spMkLst>
            <pc:docMk/>
            <pc:sldMk cId="2231459199" sldId="343"/>
            <ac:spMk id="329" creationId="{DD7EB604-C877-FD91-741F-2161A7D2C0CF}"/>
          </ac:spMkLst>
        </pc:spChg>
        <pc:spChg chg="add del">
          <ac:chgData name="一稀 志方" userId="44e4058b859d3eef" providerId="LiveId" clId="{10980DF6-97BC-4212-8410-0CFD3DEB9E94}" dt="2026-04-07T08:43:19.436" v="1424" actId="478"/>
          <ac:spMkLst>
            <pc:docMk/>
            <pc:sldMk cId="2231459199" sldId="343"/>
            <ac:spMk id="330" creationId="{300744BC-0F44-1CA6-1A35-F65F9BCB1E2F}"/>
          </ac:spMkLst>
        </pc:spChg>
        <pc:spChg chg="add del">
          <ac:chgData name="一稀 志方" userId="44e4058b859d3eef" providerId="LiveId" clId="{10980DF6-97BC-4212-8410-0CFD3DEB9E94}" dt="2026-04-07T08:43:19.436" v="1424" actId="478"/>
          <ac:spMkLst>
            <pc:docMk/>
            <pc:sldMk cId="2231459199" sldId="343"/>
            <ac:spMk id="331" creationId="{B8A53A9E-DDDE-8746-67A9-BB3F3E68A8F6}"/>
          </ac:spMkLst>
        </pc:spChg>
        <pc:spChg chg="del">
          <ac:chgData name="一稀 志方" userId="44e4058b859d3eef" providerId="LiveId" clId="{10980DF6-97BC-4212-8410-0CFD3DEB9E94}" dt="2026-04-07T08:43:19.436" v="1424" actId="478"/>
          <ac:spMkLst>
            <pc:docMk/>
            <pc:sldMk cId="2231459199" sldId="343"/>
            <ac:spMk id="332" creationId="{A8822BF7-ACBD-BE15-E78B-7C9F9DE30505}"/>
          </ac:spMkLst>
        </pc:spChg>
        <pc:spChg chg="add del">
          <ac:chgData name="一稀 志方" userId="44e4058b859d3eef" providerId="LiveId" clId="{10980DF6-97BC-4212-8410-0CFD3DEB9E94}" dt="2026-04-07T08:43:18.128" v="1423" actId="478"/>
          <ac:spMkLst>
            <pc:docMk/>
            <pc:sldMk cId="2231459199" sldId="343"/>
            <ac:spMk id="333" creationId="{96AB9BD6-BEAA-3483-C995-039F8DE62A4E}"/>
          </ac:spMkLst>
        </pc:spChg>
        <pc:spChg chg="add del">
          <ac:chgData name="一稀 志方" userId="44e4058b859d3eef" providerId="LiveId" clId="{10980DF6-97BC-4212-8410-0CFD3DEB9E94}" dt="2026-04-07T08:43:18.128" v="1423" actId="478"/>
          <ac:spMkLst>
            <pc:docMk/>
            <pc:sldMk cId="2231459199" sldId="343"/>
            <ac:spMk id="334" creationId="{DCDD8108-E05A-DDB2-6476-9876FA50C069}"/>
          </ac:spMkLst>
        </pc:spChg>
        <pc:spChg chg="mod">
          <ac:chgData name="一稀 志方" userId="44e4058b859d3eef" providerId="LiveId" clId="{10980DF6-97BC-4212-8410-0CFD3DEB9E94}" dt="2026-04-07T09:03:08.974" v="1544" actId="207"/>
          <ac:spMkLst>
            <pc:docMk/>
            <pc:sldMk cId="2231459199" sldId="343"/>
            <ac:spMk id="356" creationId="{A6893B5F-976B-B74E-A00E-6F1C2D5738F7}"/>
          </ac:spMkLst>
        </pc:spChg>
        <pc:spChg chg="mod ord topLvl">
          <ac:chgData name="一稀 志方" userId="44e4058b859d3eef" providerId="LiveId" clId="{10980DF6-97BC-4212-8410-0CFD3DEB9E94}" dt="2026-04-07T08:42:01.008" v="1402" actId="164"/>
          <ac:spMkLst>
            <pc:docMk/>
            <pc:sldMk cId="2231459199" sldId="343"/>
            <ac:spMk id="358" creationId="{121000BA-4B30-445C-D9BA-C4A5D302DC7F}"/>
          </ac:spMkLst>
        </pc:spChg>
        <pc:spChg chg="mod ord topLvl">
          <ac:chgData name="一稀 志方" userId="44e4058b859d3eef" providerId="LiveId" clId="{10980DF6-97BC-4212-8410-0CFD3DEB9E94}" dt="2026-04-07T09:03:08.974" v="1544" actId="207"/>
          <ac:spMkLst>
            <pc:docMk/>
            <pc:sldMk cId="2231459199" sldId="343"/>
            <ac:spMk id="359" creationId="{3152A4E5-93E6-CE71-A17B-CD23AE3A9714}"/>
          </ac:spMkLst>
        </pc:spChg>
        <pc:spChg chg="mod ord topLvl">
          <ac:chgData name="一稀 志方" userId="44e4058b859d3eef" providerId="LiveId" clId="{10980DF6-97BC-4212-8410-0CFD3DEB9E94}" dt="2026-04-07T08:42:01.008" v="1402" actId="164"/>
          <ac:spMkLst>
            <pc:docMk/>
            <pc:sldMk cId="2231459199" sldId="343"/>
            <ac:spMk id="360" creationId="{98BD9C06-00E3-1131-8981-996535B56272}"/>
          </ac:spMkLst>
        </pc:spChg>
        <pc:spChg chg="mod">
          <ac:chgData name="一稀 志方" userId="44e4058b859d3eef" providerId="LiveId" clId="{10980DF6-97BC-4212-8410-0CFD3DEB9E94}" dt="2026-04-07T08:40:26.105" v="1285" actId="1076"/>
          <ac:spMkLst>
            <pc:docMk/>
            <pc:sldMk cId="2231459199" sldId="343"/>
            <ac:spMk id="361" creationId="{EC7E76DB-2F3E-8271-07C7-8D9DFDF22DCA}"/>
          </ac:spMkLst>
        </pc:spChg>
        <pc:spChg chg="mod">
          <ac:chgData name="一稀 志方" userId="44e4058b859d3eef" providerId="LiveId" clId="{10980DF6-97BC-4212-8410-0CFD3DEB9E94}" dt="2026-04-07T08:42:01.008" v="1402" actId="164"/>
          <ac:spMkLst>
            <pc:docMk/>
            <pc:sldMk cId="2231459199" sldId="343"/>
            <ac:spMk id="362" creationId="{6E9A10E9-4999-075E-1F2F-1281C84BF35B}"/>
          </ac:spMkLst>
        </pc:spChg>
        <pc:spChg chg="mod">
          <ac:chgData name="一稀 志方" userId="44e4058b859d3eef" providerId="LiveId" clId="{10980DF6-97BC-4212-8410-0CFD3DEB9E94}" dt="2026-04-07T08:42:01.008" v="1402" actId="164"/>
          <ac:spMkLst>
            <pc:docMk/>
            <pc:sldMk cId="2231459199" sldId="343"/>
            <ac:spMk id="363" creationId="{86369E63-36E8-4016-043D-8DF82A51BDF7}"/>
          </ac:spMkLst>
        </pc:spChg>
        <pc:spChg chg="mod">
          <ac:chgData name="一稀 志方" userId="44e4058b859d3eef" providerId="LiveId" clId="{10980DF6-97BC-4212-8410-0CFD3DEB9E94}" dt="2026-04-07T08:42:01.008" v="1402" actId="164"/>
          <ac:spMkLst>
            <pc:docMk/>
            <pc:sldMk cId="2231459199" sldId="343"/>
            <ac:spMk id="364" creationId="{6FA50884-68ED-F5EB-D16A-56E681E8F198}"/>
          </ac:spMkLst>
        </pc:spChg>
        <pc:spChg chg="mod">
          <ac:chgData name="一稀 志方" userId="44e4058b859d3eef" providerId="LiveId" clId="{10980DF6-97BC-4212-8410-0CFD3DEB9E94}" dt="2026-04-07T08:42:01.008" v="1402" actId="164"/>
          <ac:spMkLst>
            <pc:docMk/>
            <pc:sldMk cId="2231459199" sldId="343"/>
            <ac:spMk id="365" creationId="{CEA60348-4095-714A-A15B-5FF4E7C6C419}"/>
          </ac:spMkLst>
        </pc:spChg>
        <pc:spChg chg="mod">
          <ac:chgData name="一稀 志方" userId="44e4058b859d3eef" providerId="LiveId" clId="{10980DF6-97BC-4212-8410-0CFD3DEB9E94}" dt="2026-04-07T08:39:11.589" v="1272" actId="164"/>
          <ac:spMkLst>
            <pc:docMk/>
            <pc:sldMk cId="2231459199" sldId="343"/>
            <ac:spMk id="366" creationId="{99423248-F38C-DEAD-3BF5-C2215922E34A}"/>
          </ac:spMkLst>
        </pc:spChg>
        <pc:spChg chg="mod">
          <ac:chgData name="一稀 志方" userId="44e4058b859d3eef" providerId="LiveId" clId="{10980DF6-97BC-4212-8410-0CFD3DEB9E94}" dt="2026-04-07T09:03:08.974" v="1544" actId="207"/>
          <ac:spMkLst>
            <pc:docMk/>
            <pc:sldMk cId="2231459199" sldId="343"/>
            <ac:spMk id="367" creationId="{8BCEEBE7-6C4A-9253-621D-1F140C4A2E3B}"/>
          </ac:spMkLst>
        </pc:spChg>
        <pc:spChg chg="mod ord">
          <ac:chgData name="一稀 志方" userId="44e4058b859d3eef" providerId="LiveId" clId="{10980DF6-97BC-4212-8410-0CFD3DEB9E94}" dt="2026-04-07T08:42:01.008" v="1402" actId="164"/>
          <ac:spMkLst>
            <pc:docMk/>
            <pc:sldMk cId="2231459199" sldId="343"/>
            <ac:spMk id="368" creationId="{EE42A426-033F-3F6A-172E-5706F31F46C2}"/>
          </ac:spMkLst>
        </pc:spChg>
        <pc:spChg chg="mod topLvl">
          <ac:chgData name="一稀 志方" userId="44e4058b859d3eef" providerId="LiveId" clId="{10980DF6-97BC-4212-8410-0CFD3DEB9E94}" dt="2026-04-07T08:41:39.556" v="1376" actId="165"/>
          <ac:spMkLst>
            <pc:docMk/>
            <pc:sldMk cId="2231459199" sldId="343"/>
            <ac:spMk id="369" creationId="{CE07DBCE-B749-9E60-89A4-F984EED50CB3}"/>
          </ac:spMkLst>
        </pc:spChg>
        <pc:spChg chg="del">
          <ac:chgData name="一稀 志方" userId="44e4058b859d3eef" providerId="LiveId" clId="{10980DF6-97BC-4212-8410-0CFD3DEB9E94}" dt="2026-04-07T08:41:58.254" v="1401" actId="478"/>
          <ac:spMkLst>
            <pc:docMk/>
            <pc:sldMk cId="2231459199" sldId="343"/>
            <ac:spMk id="376" creationId="{1D981238-7E2A-0857-F7A8-33B356543A2D}"/>
          </ac:spMkLst>
        </pc:spChg>
        <pc:spChg chg="del">
          <ac:chgData name="一稀 志方" userId="44e4058b859d3eef" providerId="LiveId" clId="{10980DF6-97BC-4212-8410-0CFD3DEB9E94}" dt="2026-04-07T08:41:58.254" v="1401" actId="478"/>
          <ac:spMkLst>
            <pc:docMk/>
            <pc:sldMk cId="2231459199" sldId="343"/>
            <ac:spMk id="378" creationId="{777E21E2-DC4C-C1BF-53BF-4285F5A0D7D4}"/>
          </ac:spMkLst>
        </pc:spChg>
        <pc:spChg chg="del">
          <ac:chgData name="一稀 志方" userId="44e4058b859d3eef" providerId="LiveId" clId="{10980DF6-97BC-4212-8410-0CFD3DEB9E94}" dt="2026-04-07T08:41:58.254" v="1401" actId="478"/>
          <ac:spMkLst>
            <pc:docMk/>
            <pc:sldMk cId="2231459199" sldId="343"/>
            <ac:spMk id="379" creationId="{C270C5A7-8A29-0A8D-CA5F-E40B80D74A31}"/>
          </ac:spMkLst>
        </pc:spChg>
        <pc:spChg chg="del">
          <ac:chgData name="一稀 志方" userId="44e4058b859d3eef" providerId="LiveId" clId="{10980DF6-97BC-4212-8410-0CFD3DEB9E94}" dt="2026-04-07T08:41:58.254" v="1401" actId="478"/>
          <ac:spMkLst>
            <pc:docMk/>
            <pc:sldMk cId="2231459199" sldId="343"/>
            <ac:spMk id="382" creationId="{CA2B44FA-5982-B7CE-D690-080D9B2B22CB}"/>
          </ac:spMkLst>
        </pc:spChg>
        <pc:spChg chg="del">
          <ac:chgData name="一稀 志方" userId="44e4058b859d3eef" providerId="LiveId" clId="{10980DF6-97BC-4212-8410-0CFD3DEB9E94}" dt="2026-04-07T08:41:58.254" v="1401" actId="478"/>
          <ac:spMkLst>
            <pc:docMk/>
            <pc:sldMk cId="2231459199" sldId="343"/>
            <ac:spMk id="383" creationId="{AC50D7F5-05CD-51EA-5EB6-54576A874CE9}"/>
          </ac:spMkLst>
        </pc:spChg>
        <pc:spChg chg="del">
          <ac:chgData name="一稀 志方" userId="44e4058b859d3eef" providerId="LiveId" clId="{10980DF6-97BC-4212-8410-0CFD3DEB9E94}" dt="2026-04-07T08:41:58.254" v="1401" actId="478"/>
          <ac:spMkLst>
            <pc:docMk/>
            <pc:sldMk cId="2231459199" sldId="343"/>
            <ac:spMk id="384" creationId="{F72DA7AD-32EA-28DB-193D-4F95CB83D54C}"/>
          </ac:spMkLst>
        </pc:spChg>
        <pc:spChg chg="del">
          <ac:chgData name="一稀 志方" userId="44e4058b859d3eef" providerId="LiveId" clId="{10980DF6-97BC-4212-8410-0CFD3DEB9E94}" dt="2026-04-07T08:41:58.254" v="1401" actId="478"/>
          <ac:spMkLst>
            <pc:docMk/>
            <pc:sldMk cId="2231459199" sldId="343"/>
            <ac:spMk id="385" creationId="{4C7B9644-D4B1-86D3-2556-240B06647836}"/>
          </ac:spMkLst>
        </pc:spChg>
        <pc:spChg chg="del">
          <ac:chgData name="一稀 志方" userId="44e4058b859d3eef" providerId="LiveId" clId="{10980DF6-97BC-4212-8410-0CFD3DEB9E94}" dt="2026-04-07T08:41:58.254" v="1401" actId="478"/>
          <ac:spMkLst>
            <pc:docMk/>
            <pc:sldMk cId="2231459199" sldId="343"/>
            <ac:spMk id="389" creationId="{1F879971-7623-EE9B-83C6-BEA9BF04144C}"/>
          </ac:spMkLst>
        </pc:spChg>
        <pc:spChg chg="del">
          <ac:chgData name="一稀 志方" userId="44e4058b859d3eef" providerId="LiveId" clId="{10980DF6-97BC-4212-8410-0CFD3DEB9E94}" dt="2026-04-07T08:41:58.254" v="1401" actId="478"/>
          <ac:spMkLst>
            <pc:docMk/>
            <pc:sldMk cId="2231459199" sldId="343"/>
            <ac:spMk id="390" creationId="{87814B76-B27C-882D-AA88-B569528F5A9F}"/>
          </ac:spMkLst>
        </pc:spChg>
        <pc:spChg chg="del">
          <ac:chgData name="一稀 志方" userId="44e4058b859d3eef" providerId="LiveId" clId="{10980DF6-97BC-4212-8410-0CFD3DEB9E94}" dt="2026-04-07T08:41:58.254" v="1401" actId="478"/>
          <ac:spMkLst>
            <pc:docMk/>
            <pc:sldMk cId="2231459199" sldId="343"/>
            <ac:spMk id="392" creationId="{64510D06-BB24-5536-BC46-FAF5EB810BFE}"/>
          </ac:spMkLst>
        </pc:spChg>
        <pc:grpChg chg="add del mod">
          <ac:chgData name="一稀 志方" userId="44e4058b859d3eef" providerId="LiveId" clId="{10980DF6-97BC-4212-8410-0CFD3DEB9E94}" dt="2026-04-07T08:41:39.556" v="1376" actId="165"/>
          <ac:grpSpMkLst>
            <pc:docMk/>
            <pc:sldMk cId="2231459199" sldId="343"/>
            <ac:grpSpMk id="3" creationId="{8D47302E-B245-C898-115B-A69EC9A9E040}"/>
          </ac:grpSpMkLst>
        </pc:grpChg>
        <pc:grpChg chg="add mod">
          <ac:chgData name="一稀 志方" userId="44e4058b859d3eef" providerId="LiveId" clId="{10980DF6-97BC-4212-8410-0CFD3DEB9E94}" dt="2026-04-07T08:39:51.842" v="1280" actId="1076"/>
          <ac:grpSpMkLst>
            <pc:docMk/>
            <pc:sldMk cId="2231459199" sldId="343"/>
            <ac:grpSpMk id="32" creationId="{AB43F19F-69FD-0874-5B96-12A585E2EB00}"/>
          </ac:grpSpMkLst>
        </pc:grpChg>
        <pc:grpChg chg="add del mod">
          <ac:chgData name="一稀 志方" userId="44e4058b859d3eef" providerId="LiveId" clId="{10980DF6-97BC-4212-8410-0CFD3DEB9E94}" dt="2026-04-07T08:41:32.039" v="1372" actId="478"/>
          <ac:grpSpMkLst>
            <pc:docMk/>
            <pc:sldMk cId="2231459199" sldId="343"/>
            <ac:grpSpMk id="75" creationId="{E40AEAAF-0449-EBFF-E7BC-5796D0CF488E}"/>
          </ac:grpSpMkLst>
        </pc:grpChg>
        <pc:grpChg chg="mod">
          <ac:chgData name="一稀 志方" userId="44e4058b859d3eef" providerId="LiveId" clId="{10980DF6-97BC-4212-8410-0CFD3DEB9E94}" dt="2026-04-07T08:42:06.220" v="1405" actId="1038"/>
          <ac:grpSpMkLst>
            <pc:docMk/>
            <pc:sldMk cId="2231459199" sldId="343"/>
            <ac:grpSpMk id="93" creationId="{A0B98487-A967-2EC7-EC5A-C7C79B4A0FCC}"/>
          </ac:grpSpMkLst>
        </pc:grpChg>
        <pc:grpChg chg="mod">
          <ac:chgData name="一稀 志方" userId="44e4058b859d3eef" providerId="LiveId" clId="{10980DF6-97BC-4212-8410-0CFD3DEB9E94}" dt="2026-04-07T08:42:11.484" v="1407" actId="164"/>
          <ac:grpSpMkLst>
            <pc:docMk/>
            <pc:sldMk cId="2231459199" sldId="343"/>
            <ac:grpSpMk id="105" creationId="{23C0DFF5-5ED3-13A1-AE70-BB60A1A58F9C}"/>
          </ac:grpSpMkLst>
        </pc:grpChg>
        <pc:grpChg chg="add mod">
          <ac:chgData name="一稀 志方" userId="44e4058b859d3eef" providerId="LiveId" clId="{10980DF6-97BC-4212-8410-0CFD3DEB9E94}" dt="2026-04-07T08:42:40.129" v="1418" actId="1076"/>
          <ac:grpSpMkLst>
            <pc:docMk/>
            <pc:sldMk cId="2231459199" sldId="343"/>
            <ac:grpSpMk id="149" creationId="{77E366D5-6B62-17C1-9FA0-CEA340BA43FF}"/>
          </ac:grpSpMkLst>
        </pc:grpChg>
        <pc:grpChg chg="add mod">
          <ac:chgData name="一稀 志方" userId="44e4058b859d3eef" providerId="LiveId" clId="{10980DF6-97BC-4212-8410-0CFD3DEB9E94}" dt="2026-04-07T08:45:20.257" v="1455" actId="164"/>
          <ac:grpSpMkLst>
            <pc:docMk/>
            <pc:sldMk cId="2231459199" sldId="343"/>
            <ac:grpSpMk id="199" creationId="{CB793BBB-F9A2-9163-B904-52844738E676}"/>
          </ac:grpSpMkLst>
        </pc:grpChg>
        <pc:grpChg chg="add mod">
          <ac:chgData name="一稀 志方" userId="44e4058b859d3eef" providerId="LiveId" clId="{10980DF6-97BC-4212-8410-0CFD3DEB9E94}" dt="2026-04-07T08:46:59.644" v="1495" actId="12788"/>
          <ac:grpSpMkLst>
            <pc:docMk/>
            <pc:sldMk cId="2231459199" sldId="343"/>
            <ac:grpSpMk id="200" creationId="{CA216868-BD33-F8B8-DA98-451C8A990F56}"/>
          </ac:grpSpMkLst>
        </pc:grpChg>
        <pc:grpChg chg="add del mod">
          <ac:chgData name="一稀 志方" userId="44e4058b859d3eef" providerId="LiveId" clId="{10980DF6-97BC-4212-8410-0CFD3DEB9E94}" dt="2026-04-07T08:47:49.305" v="1503" actId="165"/>
          <ac:grpSpMkLst>
            <pc:docMk/>
            <pc:sldMk cId="2231459199" sldId="343"/>
            <ac:grpSpMk id="216" creationId="{C73BB87E-0309-629F-1815-44A806998B48}"/>
          </ac:grpSpMkLst>
        </pc:grpChg>
        <pc:picChg chg="add del mod">
          <ac:chgData name="一稀 志方" userId="44e4058b859d3eef" providerId="LiveId" clId="{10980DF6-97BC-4212-8410-0CFD3DEB9E94}" dt="2026-04-07T09:03:11.123" v="1545" actId="478"/>
          <ac:picMkLst>
            <pc:docMk/>
            <pc:sldMk cId="2231459199" sldId="343"/>
            <ac:picMk id="252" creationId="{3805C148-B5E1-910F-86FD-59515BD6FC87}"/>
          </ac:picMkLst>
        </pc:picChg>
        <pc:cxnChg chg="add del mod">
          <ac:chgData name="一稀 志方" userId="44e4058b859d3eef" providerId="LiveId" clId="{10980DF6-97BC-4212-8410-0CFD3DEB9E94}" dt="2026-04-07T08:40:35.294" v="1288" actId="478"/>
          <ac:cxnSpMkLst>
            <pc:docMk/>
            <pc:sldMk cId="2231459199" sldId="343"/>
            <ac:cxnSpMk id="55" creationId="{ACF614E6-F0CB-C23D-22CB-C907CC017F25}"/>
          </ac:cxnSpMkLst>
        </pc:cxnChg>
        <pc:cxnChg chg="add del mod">
          <ac:chgData name="一稀 志方" userId="44e4058b859d3eef" providerId="LiveId" clId="{10980DF6-97BC-4212-8410-0CFD3DEB9E94}" dt="2026-04-07T08:40:35.294" v="1288" actId="478"/>
          <ac:cxnSpMkLst>
            <pc:docMk/>
            <pc:sldMk cId="2231459199" sldId="343"/>
            <ac:cxnSpMk id="56" creationId="{779C934E-0F5A-B723-742B-55A2582DFDA9}"/>
          </ac:cxnSpMkLst>
        </pc:cxnChg>
        <pc:cxnChg chg="mod">
          <ac:chgData name="一稀 志方" userId="44e4058b859d3eef" providerId="LiveId" clId="{10980DF6-97BC-4212-8410-0CFD3DEB9E94}" dt="2026-04-07T08:42:11.484" v="1407" actId="164"/>
          <ac:cxnSpMkLst>
            <pc:docMk/>
            <pc:sldMk cId="2231459199" sldId="343"/>
            <ac:cxnSpMk id="107" creationId="{765B8A78-5609-480A-541B-C6CAA0550F18}"/>
          </ac:cxnSpMkLst>
        </pc:cxnChg>
        <pc:cxnChg chg="mod">
          <ac:chgData name="一稀 志方" userId="44e4058b859d3eef" providerId="LiveId" clId="{10980DF6-97BC-4212-8410-0CFD3DEB9E94}" dt="2026-04-07T08:42:26.667" v="1413" actId="14100"/>
          <ac:cxnSpMkLst>
            <pc:docMk/>
            <pc:sldMk cId="2231459199" sldId="343"/>
            <ac:cxnSpMk id="108" creationId="{82BD5F2A-8EC5-8160-6AE6-BDBF8CAF0E5C}"/>
          </ac:cxnSpMkLst>
        </pc:cxnChg>
        <pc:cxnChg chg="mod">
          <ac:chgData name="一稀 志方" userId="44e4058b859d3eef" providerId="LiveId" clId="{10980DF6-97BC-4212-8410-0CFD3DEB9E94}" dt="2026-04-07T08:42:11.484" v="1407" actId="164"/>
          <ac:cxnSpMkLst>
            <pc:docMk/>
            <pc:sldMk cId="2231459199" sldId="343"/>
            <ac:cxnSpMk id="109" creationId="{C21C780D-94C4-BE12-C128-677D86C2BE32}"/>
          </ac:cxnSpMkLst>
        </pc:cxnChg>
        <pc:cxnChg chg="mod">
          <ac:chgData name="一稀 志方" userId="44e4058b859d3eef" providerId="LiveId" clId="{10980DF6-97BC-4212-8410-0CFD3DEB9E94}" dt="2026-04-07T08:42:29.999" v="1415" actId="14100"/>
          <ac:cxnSpMkLst>
            <pc:docMk/>
            <pc:sldMk cId="2231459199" sldId="343"/>
            <ac:cxnSpMk id="110" creationId="{090A4F72-88C2-61FD-295A-EA2C88061435}"/>
          </ac:cxnSpMkLst>
        </pc:cxnChg>
        <pc:cxnChg chg="mod">
          <ac:chgData name="一稀 志方" userId="44e4058b859d3eef" providerId="LiveId" clId="{10980DF6-97BC-4212-8410-0CFD3DEB9E94}" dt="2026-04-07T08:50:05.288" v="1539" actId="1076"/>
          <ac:cxnSpMkLst>
            <pc:docMk/>
            <pc:sldMk cId="2231459199" sldId="343"/>
            <ac:cxnSpMk id="157" creationId="{FE27384D-70DB-DFB9-54E2-456B160EF999}"/>
          </ac:cxnSpMkLst>
        </pc:cxnChg>
        <pc:cxnChg chg="mod">
          <ac:chgData name="一稀 志方" userId="44e4058b859d3eef" providerId="LiveId" clId="{10980DF6-97BC-4212-8410-0CFD3DEB9E94}" dt="2026-04-07T08:50:05.288" v="1539" actId="1076"/>
          <ac:cxnSpMkLst>
            <pc:docMk/>
            <pc:sldMk cId="2231459199" sldId="343"/>
            <ac:cxnSpMk id="163" creationId="{132F396A-4493-2C7B-A9B0-512E8735E003}"/>
          </ac:cxnSpMkLst>
        </pc:cxnChg>
        <pc:cxnChg chg="del mod">
          <ac:chgData name="一稀 志方" userId="44e4058b859d3eef" providerId="LiveId" clId="{10980DF6-97BC-4212-8410-0CFD3DEB9E94}" dt="2026-04-07T08:47:53.489" v="1504" actId="478"/>
          <ac:cxnSpMkLst>
            <pc:docMk/>
            <pc:sldMk cId="2231459199" sldId="343"/>
            <ac:cxnSpMk id="185" creationId="{EA69083F-4152-3CBA-1E49-57A1424FAAAC}"/>
          </ac:cxnSpMkLst>
        </pc:cxnChg>
        <pc:cxnChg chg="del mod">
          <ac:chgData name="一稀 志方" userId="44e4058b859d3eef" providerId="LiveId" clId="{10980DF6-97BC-4212-8410-0CFD3DEB9E94}" dt="2026-04-07T08:47:54.540" v="1505" actId="478"/>
          <ac:cxnSpMkLst>
            <pc:docMk/>
            <pc:sldMk cId="2231459199" sldId="343"/>
            <ac:cxnSpMk id="190" creationId="{5296980A-D962-4B56-B54E-C0AC859A423C}"/>
          </ac:cxnSpMkLst>
        </pc:cxnChg>
        <pc:cxnChg chg="del mod">
          <ac:chgData name="一稀 志方" userId="44e4058b859d3eef" providerId="LiveId" clId="{10980DF6-97BC-4212-8410-0CFD3DEB9E94}" dt="2026-04-07T08:47:37.569" v="1501" actId="478"/>
          <ac:cxnSpMkLst>
            <pc:docMk/>
            <pc:sldMk cId="2231459199" sldId="343"/>
            <ac:cxnSpMk id="191" creationId="{30A87952-D05A-0928-885E-886A9BA951EE}"/>
          </ac:cxnSpMkLst>
        </pc:cxnChg>
        <pc:cxnChg chg="del mod">
          <ac:chgData name="一稀 志方" userId="44e4058b859d3eef" providerId="LiveId" clId="{10980DF6-97BC-4212-8410-0CFD3DEB9E94}" dt="2026-04-07T08:47:37.569" v="1501" actId="478"/>
          <ac:cxnSpMkLst>
            <pc:docMk/>
            <pc:sldMk cId="2231459199" sldId="343"/>
            <ac:cxnSpMk id="192" creationId="{44308521-9247-E1A7-8D69-4CF5A5B532A5}"/>
          </ac:cxnSpMkLst>
        </pc:cxnChg>
        <pc:cxnChg chg="add mod">
          <ac:chgData name="一稀 志方" userId="44e4058b859d3eef" providerId="LiveId" clId="{10980DF6-97BC-4212-8410-0CFD3DEB9E94}" dt="2026-04-07T08:49:38.082" v="1537" actId="14100"/>
          <ac:cxnSpMkLst>
            <pc:docMk/>
            <pc:sldMk cId="2231459199" sldId="343"/>
            <ac:cxnSpMk id="213" creationId="{44B2AF05-5E9F-9950-F7D1-9D563332554C}"/>
          </ac:cxnSpMkLst>
        </pc:cxnChg>
        <pc:cxnChg chg="add mod">
          <ac:chgData name="一稀 志方" userId="44e4058b859d3eef" providerId="LiveId" clId="{10980DF6-97BC-4212-8410-0CFD3DEB9E94}" dt="2026-04-07T08:48:57.436" v="1519" actId="208"/>
          <ac:cxnSpMkLst>
            <pc:docMk/>
            <pc:sldMk cId="2231459199" sldId="343"/>
            <ac:cxnSpMk id="226" creationId="{EEEA7B8D-2B04-C8B2-0D4E-2ED46DA16C7E}"/>
          </ac:cxnSpMkLst>
        </pc:cxnChg>
        <pc:cxnChg chg="add mod">
          <ac:chgData name="一稀 志方" userId="44e4058b859d3eef" providerId="LiveId" clId="{10980DF6-97BC-4212-8410-0CFD3DEB9E94}" dt="2026-04-07T08:49:06.186" v="1524" actId="14100"/>
          <ac:cxnSpMkLst>
            <pc:docMk/>
            <pc:sldMk cId="2231459199" sldId="343"/>
            <ac:cxnSpMk id="227" creationId="{E491BF8B-F178-9F66-7422-8F087E24CA25}"/>
          </ac:cxnSpMkLst>
        </pc:cxnChg>
        <pc:cxnChg chg="add mod">
          <ac:chgData name="一稀 志方" userId="44e4058b859d3eef" providerId="LiveId" clId="{10980DF6-97BC-4212-8410-0CFD3DEB9E94}" dt="2026-04-07T08:49:11.970" v="1527" actId="14100"/>
          <ac:cxnSpMkLst>
            <pc:docMk/>
            <pc:sldMk cId="2231459199" sldId="343"/>
            <ac:cxnSpMk id="234" creationId="{9F8C5531-D80D-5C20-6EE4-EA0858F1A4A2}"/>
          </ac:cxnSpMkLst>
        </pc:cxnChg>
        <pc:cxnChg chg="add mod">
          <ac:chgData name="一稀 志方" userId="44e4058b859d3eef" providerId="LiveId" clId="{10980DF6-97BC-4212-8410-0CFD3DEB9E94}" dt="2026-04-07T08:49:19.587" v="1530" actId="14100"/>
          <ac:cxnSpMkLst>
            <pc:docMk/>
            <pc:sldMk cId="2231459199" sldId="343"/>
            <ac:cxnSpMk id="237" creationId="{3D504389-4A8B-15D3-8B84-831633CB790F}"/>
          </ac:cxnSpMkLst>
        </pc:cxnChg>
        <pc:cxnChg chg="add mod">
          <ac:chgData name="一稀 志方" userId="44e4058b859d3eef" providerId="LiveId" clId="{10980DF6-97BC-4212-8410-0CFD3DEB9E94}" dt="2026-04-07T08:49:29.712" v="1533" actId="14100"/>
          <ac:cxnSpMkLst>
            <pc:docMk/>
            <pc:sldMk cId="2231459199" sldId="343"/>
            <ac:cxnSpMk id="242" creationId="{6AAD8156-3020-E891-A180-23CFE8C5E0E2}"/>
          </ac:cxnSpMkLst>
        </pc:cxnChg>
        <pc:cxnChg chg="add mod">
          <ac:chgData name="一稀 志方" userId="44e4058b859d3eef" providerId="LiveId" clId="{10980DF6-97BC-4212-8410-0CFD3DEB9E94}" dt="2026-04-07T08:49:35.099" v="1536" actId="14100"/>
          <ac:cxnSpMkLst>
            <pc:docMk/>
            <pc:sldMk cId="2231459199" sldId="343"/>
            <ac:cxnSpMk id="245" creationId="{B5FFFB98-CA98-1780-E2AF-0854D26A11C3}"/>
          </ac:cxnSpMkLst>
        </pc:cxnChg>
        <pc:cxnChg chg="mod">
          <ac:chgData name="一稀 志方" userId="44e4058b859d3eef" providerId="LiveId" clId="{10980DF6-97BC-4212-8410-0CFD3DEB9E94}" dt="2026-04-07T08:40:44.095" v="1292" actId="1076"/>
          <ac:cxnSpMkLst>
            <pc:docMk/>
            <pc:sldMk cId="2231459199" sldId="343"/>
            <ac:cxnSpMk id="370" creationId="{C056A3E0-746A-76C9-00CD-961B9A0035BA}"/>
          </ac:cxnSpMkLst>
        </pc:cxnChg>
        <pc:cxnChg chg="mod">
          <ac:chgData name="一稀 志方" userId="44e4058b859d3eef" providerId="LiveId" clId="{10980DF6-97BC-4212-8410-0CFD3DEB9E94}" dt="2026-04-07T08:42:48.273" v="1419" actId="14100"/>
          <ac:cxnSpMkLst>
            <pc:docMk/>
            <pc:sldMk cId="2231459199" sldId="343"/>
            <ac:cxnSpMk id="371" creationId="{B53DCFC7-D9C5-71CE-56AA-38CB974CBA58}"/>
          </ac:cxnSpMkLst>
        </pc:cxnChg>
        <pc:cxnChg chg="del mod">
          <ac:chgData name="一稀 志方" userId="44e4058b859d3eef" providerId="LiveId" clId="{10980DF6-97BC-4212-8410-0CFD3DEB9E94}" dt="2026-04-07T08:40:37.906" v="1290" actId="478"/>
          <ac:cxnSpMkLst>
            <pc:docMk/>
            <pc:sldMk cId="2231459199" sldId="343"/>
            <ac:cxnSpMk id="372" creationId="{3556678F-1781-A277-1599-AB1212CA2FBA}"/>
          </ac:cxnSpMkLst>
        </pc:cxnChg>
        <pc:cxnChg chg="del mod">
          <ac:chgData name="一稀 志方" userId="44e4058b859d3eef" providerId="LiveId" clId="{10980DF6-97BC-4212-8410-0CFD3DEB9E94}" dt="2026-04-07T08:40:37.341" v="1289" actId="478"/>
          <ac:cxnSpMkLst>
            <pc:docMk/>
            <pc:sldMk cId="2231459199" sldId="343"/>
            <ac:cxnSpMk id="373" creationId="{4F56CFA2-4984-F66D-5E52-6A35F36137F7}"/>
          </ac:cxnSpMkLst>
        </pc:cxnChg>
        <pc:cxnChg chg="mod">
          <ac:chgData name="一稀 志方" userId="44e4058b859d3eef" providerId="LiveId" clId="{10980DF6-97BC-4212-8410-0CFD3DEB9E94}" dt="2026-04-07T08:40:44.095" v="1292" actId="1076"/>
          <ac:cxnSpMkLst>
            <pc:docMk/>
            <pc:sldMk cId="2231459199" sldId="343"/>
            <ac:cxnSpMk id="374" creationId="{37B0F674-D3B7-04F1-2007-C9DCFAE96309}"/>
          </ac:cxnSpMkLst>
        </pc:cxnChg>
        <pc:cxnChg chg="mod">
          <ac:chgData name="一稀 志方" userId="44e4058b859d3eef" providerId="LiveId" clId="{10980DF6-97BC-4212-8410-0CFD3DEB9E94}" dt="2026-04-07T08:40:44.095" v="1292" actId="1076"/>
          <ac:cxnSpMkLst>
            <pc:docMk/>
            <pc:sldMk cId="2231459199" sldId="343"/>
            <ac:cxnSpMk id="375" creationId="{08C0B3F3-EC04-8E0A-125C-83F22B605132}"/>
          </ac:cxnSpMkLst>
        </pc:cxnChg>
      </pc:sldChg>
      <pc:sldMasterChg chg="modSldLayout">
        <pc:chgData name="一稀 志方" userId="44e4058b859d3eef" providerId="LiveId" clId="{10980DF6-97BC-4212-8410-0CFD3DEB9E94}" dt="2026-04-01T07:30:43.048" v="1242"/>
        <pc:sldMasterMkLst>
          <pc:docMk/>
          <pc:sldMasterMk cId="2700158537" sldId="2147483656"/>
        </pc:sldMasterMkLst>
        <pc:sldLayoutChg chg="addSp delSp setBg">
          <pc:chgData name="一稀 志方" userId="44e4058b859d3eef" providerId="LiveId" clId="{10980DF6-97BC-4212-8410-0CFD3DEB9E94}" dt="2026-04-01T07:30:43.048" v="1242"/>
          <pc:sldLayoutMkLst>
            <pc:docMk/>
            <pc:sldMasterMk cId="2700158537" sldId="2147483656"/>
            <pc:sldLayoutMk cId="3404264235" sldId="214748366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E601720C-0866-ABFD-F500-7ECD918A2E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63C969-FA9B-CD2E-A2C7-6CB8A1C90E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A3F30-0059-44E3-824C-8372A29DBDAF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DB9831-242F-E4F1-B1FE-2CDA89760A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5CCC76E-30CC-AA14-4483-0617B545CB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46D0B-3D91-4F1F-B42D-1F929312AC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641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21867-6617-4069-B569-81FE745D43FB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85AE0-72D6-4503-8782-27C311F81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782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F85AE0-72D6-4503-8782-27C311F816C5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9835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A3B6-DEDF-E527-2D5B-36C28DD8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4303263-D7F8-27C2-E147-BF5AEEC15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74421F5-271F-304D-A4A4-E22E327CA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269FBF-E253-01E6-57D0-BF52F08B1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F85AE0-72D6-4503-8782-27C311F816C5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295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288C-E2AB-DA8B-7CC6-4A8AA08CA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99D8C8B-9858-B9FD-6F66-C565EBC84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6F4A570-48CA-CD16-1666-6EE282AE4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AAB977-98D6-11ED-D995-059188E1E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F85AE0-72D6-4503-8782-27C311F816C5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725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A05F13-13DC-432E-DACF-2044D0347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3F652BF-04F8-DB0D-0686-0B05BE503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EC70EE-0EFA-9271-2D66-AB3058C8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2828-0D00-4BBE-A046-1722CA251A50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A30ABE-122C-960A-4314-9D539CE78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8EE86E-46E4-BE0E-857D-41F3AA3A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6CA-EB95-4831-A3AD-19E6EC1FE0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2795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65DCA0-66F3-2C08-13CA-372A79F9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E6768E-3D8D-FE17-8B51-2419C3918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3DDD6B-FC19-DAAD-B3D0-98ED8C95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2828-0D00-4BBE-A046-1722CA251A50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04186B-0A60-BE45-BDCE-06F9DC96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AB03D0-EBB0-EAF9-6E92-64C4667CF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6CA-EB95-4831-A3AD-19E6EC1FE0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003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10B637-7CE5-CC57-3302-05EB6DD8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0DE8960-4C65-3271-B254-0340235E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2828-0D00-4BBE-A046-1722CA251A50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6D29E40-0107-2AFC-53AD-D9217D4F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D78B95-6EC3-0206-8F14-D045992D3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6CA-EB95-4831-A3AD-19E6EC1FE0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4191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2DCEAF4-836A-A03E-6AD7-4205C204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2828-0D00-4BBE-A046-1722CA251A50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33FC8E-E883-EAC0-2B22-CBF93EAE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6681AB-42C4-8356-8BBB-F4E2E898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6CA-EB95-4831-A3AD-19E6EC1FE0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838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2DCEAF4-836A-A03E-6AD7-4205C204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2828-0D00-4BBE-A046-1722CA251A50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33FC8E-E883-EAC0-2B22-CBF93EAE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6681AB-42C4-8356-8BBB-F4E2E898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6CA-EB95-4831-A3AD-19E6EC1FE01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0F4653F-4E5D-3F0E-62E9-85D1130FE66E}"/>
              </a:ext>
            </a:extLst>
          </p:cNvPr>
          <p:cNvGrpSpPr/>
          <p:nvPr userDrawn="1"/>
        </p:nvGrpSpPr>
        <p:grpSpPr>
          <a:xfrm>
            <a:off x="4068793" y="410956"/>
            <a:ext cx="4054415" cy="5860566"/>
            <a:chOff x="3899140" y="45831"/>
            <a:chExt cx="4054415" cy="5860566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38DDB6B-B6B0-C43F-D46B-CC44C11B448B}"/>
                </a:ext>
              </a:extLst>
            </p:cNvPr>
            <p:cNvSpPr/>
            <p:nvPr userDrawn="1"/>
          </p:nvSpPr>
          <p:spPr>
            <a:xfrm>
              <a:off x="3899140" y="45831"/>
              <a:ext cx="4054415" cy="585966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81ECE7C-1F33-7450-DD9E-1A8B06CAC162}"/>
                </a:ext>
              </a:extLst>
            </p:cNvPr>
            <p:cNvCxnSpPr/>
            <p:nvPr userDrawn="1"/>
          </p:nvCxnSpPr>
          <p:spPr>
            <a:xfrm>
              <a:off x="3899140" y="2984740"/>
              <a:ext cx="405441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0926E4BD-E8D3-E6A9-BDA0-B5F9DE7E9C8F}"/>
                </a:ext>
              </a:extLst>
            </p:cNvPr>
            <p:cNvSpPr/>
            <p:nvPr userDrawn="1"/>
          </p:nvSpPr>
          <p:spPr>
            <a:xfrm>
              <a:off x="5408764" y="2467157"/>
              <a:ext cx="1017914" cy="1017914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BAA7D93A-9CE1-DE99-2673-342D3EA24BE1}"/>
                </a:ext>
              </a:extLst>
            </p:cNvPr>
            <p:cNvGrpSpPr/>
            <p:nvPr userDrawn="1"/>
          </p:nvGrpSpPr>
          <p:grpSpPr>
            <a:xfrm>
              <a:off x="4615134" y="4524014"/>
              <a:ext cx="2596549" cy="1382383"/>
              <a:chOff x="4615134" y="4524014"/>
              <a:chExt cx="2596549" cy="1382383"/>
            </a:xfrm>
          </p:grpSpPr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06196EFE-AECA-B9D0-6F46-7E8B104BCA2F}"/>
                  </a:ext>
                </a:extLst>
              </p:cNvPr>
              <p:cNvSpPr/>
              <p:nvPr userDrawn="1"/>
            </p:nvSpPr>
            <p:spPr>
              <a:xfrm>
                <a:off x="4615134" y="4887585"/>
                <a:ext cx="2596549" cy="1017914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B8F171D2-23B1-A004-2D60-E805C86D2C26}"/>
                  </a:ext>
                </a:extLst>
              </p:cNvPr>
              <p:cNvSpPr/>
              <p:nvPr userDrawn="1"/>
            </p:nvSpPr>
            <p:spPr>
              <a:xfrm>
                <a:off x="5305251" y="5608068"/>
                <a:ext cx="1216320" cy="298329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フリーフォーム: 図形 12">
                <a:extLst>
                  <a:ext uri="{FF2B5EF4-FFF2-40B4-BE49-F238E27FC236}">
                    <a16:creationId xmlns:a16="http://schemas.microsoft.com/office/drawing/2014/main" id="{18DD1EAA-36BB-3185-9F75-B4E639CA44FB}"/>
                  </a:ext>
                </a:extLst>
              </p:cNvPr>
              <p:cNvSpPr/>
              <p:nvPr userDrawn="1"/>
            </p:nvSpPr>
            <p:spPr>
              <a:xfrm>
                <a:off x="5559725" y="4524014"/>
                <a:ext cx="727493" cy="363747"/>
              </a:xfrm>
              <a:custGeom>
                <a:avLst/>
                <a:gdLst>
                  <a:gd name="connsiteX0" fmla="*/ 508957 w 1017914"/>
                  <a:gd name="connsiteY0" fmla="*/ 0 h 508957"/>
                  <a:gd name="connsiteX1" fmla="*/ 1017914 w 1017914"/>
                  <a:gd name="connsiteY1" fmla="*/ 508957 h 508957"/>
                  <a:gd name="connsiteX2" fmla="*/ 0 w 1017914"/>
                  <a:gd name="connsiteY2" fmla="*/ 508957 h 508957"/>
                  <a:gd name="connsiteX3" fmla="*/ 508957 w 1017914"/>
                  <a:gd name="connsiteY3" fmla="*/ 0 h 50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914" h="508957">
                    <a:moveTo>
                      <a:pt x="508957" y="0"/>
                    </a:moveTo>
                    <a:cubicBezTo>
                      <a:pt x="790046" y="0"/>
                      <a:pt x="1017914" y="227868"/>
                      <a:pt x="1017914" y="508957"/>
                    </a:cubicBezTo>
                    <a:lnTo>
                      <a:pt x="0" y="508957"/>
                    </a:lnTo>
                    <a:cubicBezTo>
                      <a:pt x="0" y="227868"/>
                      <a:pt x="227868" y="0"/>
                      <a:pt x="508957" y="0"/>
                    </a:cubicBezTo>
                    <a:close/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87F2179E-1E10-76FA-CA72-62A0E914CFEB}"/>
                </a:ext>
              </a:extLst>
            </p:cNvPr>
            <p:cNvGrpSpPr/>
            <p:nvPr userDrawn="1"/>
          </p:nvGrpSpPr>
          <p:grpSpPr>
            <a:xfrm flipV="1">
              <a:off x="4615134" y="45831"/>
              <a:ext cx="2596549" cy="1382383"/>
              <a:chOff x="4615134" y="4524014"/>
              <a:chExt cx="2596549" cy="1382383"/>
            </a:xfrm>
          </p:grpSpPr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2121CD9D-285A-446B-F41F-FEFAF4EAEA1B}"/>
                  </a:ext>
                </a:extLst>
              </p:cNvPr>
              <p:cNvSpPr/>
              <p:nvPr userDrawn="1"/>
            </p:nvSpPr>
            <p:spPr>
              <a:xfrm>
                <a:off x="4615134" y="4887585"/>
                <a:ext cx="2596549" cy="1017914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900EAE3D-CE2C-0A20-261E-FEAD269E07A4}"/>
                  </a:ext>
                </a:extLst>
              </p:cNvPr>
              <p:cNvSpPr/>
              <p:nvPr userDrawn="1"/>
            </p:nvSpPr>
            <p:spPr>
              <a:xfrm>
                <a:off x="5305251" y="5608068"/>
                <a:ext cx="1216320" cy="298329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フリーフォーム: 図形 17">
                <a:extLst>
                  <a:ext uri="{FF2B5EF4-FFF2-40B4-BE49-F238E27FC236}">
                    <a16:creationId xmlns:a16="http://schemas.microsoft.com/office/drawing/2014/main" id="{A391EB8F-AEC5-ACE6-33E6-BCB6F142C752}"/>
                  </a:ext>
                </a:extLst>
              </p:cNvPr>
              <p:cNvSpPr/>
              <p:nvPr userDrawn="1"/>
            </p:nvSpPr>
            <p:spPr>
              <a:xfrm>
                <a:off x="5559725" y="4524014"/>
                <a:ext cx="727493" cy="363747"/>
              </a:xfrm>
              <a:custGeom>
                <a:avLst/>
                <a:gdLst>
                  <a:gd name="connsiteX0" fmla="*/ 508957 w 1017914"/>
                  <a:gd name="connsiteY0" fmla="*/ 0 h 508957"/>
                  <a:gd name="connsiteX1" fmla="*/ 1017914 w 1017914"/>
                  <a:gd name="connsiteY1" fmla="*/ 508957 h 508957"/>
                  <a:gd name="connsiteX2" fmla="*/ 0 w 1017914"/>
                  <a:gd name="connsiteY2" fmla="*/ 508957 h 508957"/>
                  <a:gd name="connsiteX3" fmla="*/ 508957 w 1017914"/>
                  <a:gd name="connsiteY3" fmla="*/ 0 h 50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914" h="508957">
                    <a:moveTo>
                      <a:pt x="508957" y="0"/>
                    </a:moveTo>
                    <a:cubicBezTo>
                      <a:pt x="790046" y="0"/>
                      <a:pt x="1017914" y="227868"/>
                      <a:pt x="1017914" y="508957"/>
                    </a:cubicBezTo>
                    <a:lnTo>
                      <a:pt x="0" y="508957"/>
                    </a:lnTo>
                    <a:cubicBezTo>
                      <a:pt x="0" y="227868"/>
                      <a:pt x="227868" y="0"/>
                      <a:pt x="508957" y="0"/>
                    </a:cubicBezTo>
                    <a:close/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426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2DCEAF4-836A-A03E-6AD7-4205C204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2828-0D00-4BBE-A046-1722CA251A50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33FC8E-E883-EAC0-2B22-CBF93EAE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6681AB-42C4-8356-8BBB-F4E2E898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6CA-EB95-4831-A3AD-19E6EC1FE01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0F4653F-4E5D-3F0E-62E9-85D1130FE66E}"/>
              </a:ext>
            </a:extLst>
          </p:cNvPr>
          <p:cNvGrpSpPr/>
          <p:nvPr userDrawn="1"/>
        </p:nvGrpSpPr>
        <p:grpSpPr>
          <a:xfrm>
            <a:off x="4068793" y="410956"/>
            <a:ext cx="4054415" cy="5860566"/>
            <a:chOff x="3899140" y="45831"/>
            <a:chExt cx="4054415" cy="5860566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38DDB6B-B6B0-C43F-D46B-CC44C11B448B}"/>
                </a:ext>
              </a:extLst>
            </p:cNvPr>
            <p:cNvSpPr/>
            <p:nvPr userDrawn="1"/>
          </p:nvSpPr>
          <p:spPr>
            <a:xfrm>
              <a:off x="3899140" y="45831"/>
              <a:ext cx="4054415" cy="585966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81ECE7C-1F33-7450-DD9E-1A8B06CAC162}"/>
                </a:ext>
              </a:extLst>
            </p:cNvPr>
            <p:cNvCxnSpPr/>
            <p:nvPr userDrawn="1"/>
          </p:nvCxnSpPr>
          <p:spPr>
            <a:xfrm>
              <a:off x="3899140" y="2984740"/>
              <a:ext cx="405441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0926E4BD-E8D3-E6A9-BDA0-B5F9DE7E9C8F}"/>
                </a:ext>
              </a:extLst>
            </p:cNvPr>
            <p:cNvSpPr/>
            <p:nvPr userDrawn="1"/>
          </p:nvSpPr>
          <p:spPr>
            <a:xfrm>
              <a:off x="5408764" y="2467157"/>
              <a:ext cx="1017914" cy="1017914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BAA7D93A-9CE1-DE99-2673-342D3EA24BE1}"/>
                </a:ext>
              </a:extLst>
            </p:cNvPr>
            <p:cNvGrpSpPr/>
            <p:nvPr userDrawn="1"/>
          </p:nvGrpSpPr>
          <p:grpSpPr>
            <a:xfrm>
              <a:off x="4615134" y="4524014"/>
              <a:ext cx="2596549" cy="1382383"/>
              <a:chOff x="4615134" y="4524014"/>
              <a:chExt cx="2596549" cy="1382383"/>
            </a:xfrm>
          </p:grpSpPr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06196EFE-AECA-B9D0-6F46-7E8B104BCA2F}"/>
                  </a:ext>
                </a:extLst>
              </p:cNvPr>
              <p:cNvSpPr/>
              <p:nvPr userDrawn="1"/>
            </p:nvSpPr>
            <p:spPr>
              <a:xfrm>
                <a:off x="4615134" y="4887585"/>
                <a:ext cx="2596549" cy="1017914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B8F171D2-23B1-A004-2D60-E805C86D2C26}"/>
                  </a:ext>
                </a:extLst>
              </p:cNvPr>
              <p:cNvSpPr/>
              <p:nvPr userDrawn="1"/>
            </p:nvSpPr>
            <p:spPr>
              <a:xfrm>
                <a:off x="5305251" y="5608068"/>
                <a:ext cx="1216320" cy="298329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フリーフォーム: 図形 12">
                <a:extLst>
                  <a:ext uri="{FF2B5EF4-FFF2-40B4-BE49-F238E27FC236}">
                    <a16:creationId xmlns:a16="http://schemas.microsoft.com/office/drawing/2014/main" id="{18DD1EAA-36BB-3185-9F75-B4E639CA44FB}"/>
                  </a:ext>
                </a:extLst>
              </p:cNvPr>
              <p:cNvSpPr/>
              <p:nvPr userDrawn="1"/>
            </p:nvSpPr>
            <p:spPr>
              <a:xfrm>
                <a:off x="5559725" y="4524014"/>
                <a:ext cx="727493" cy="363747"/>
              </a:xfrm>
              <a:custGeom>
                <a:avLst/>
                <a:gdLst>
                  <a:gd name="connsiteX0" fmla="*/ 508957 w 1017914"/>
                  <a:gd name="connsiteY0" fmla="*/ 0 h 508957"/>
                  <a:gd name="connsiteX1" fmla="*/ 1017914 w 1017914"/>
                  <a:gd name="connsiteY1" fmla="*/ 508957 h 508957"/>
                  <a:gd name="connsiteX2" fmla="*/ 0 w 1017914"/>
                  <a:gd name="connsiteY2" fmla="*/ 508957 h 508957"/>
                  <a:gd name="connsiteX3" fmla="*/ 508957 w 1017914"/>
                  <a:gd name="connsiteY3" fmla="*/ 0 h 50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914" h="508957">
                    <a:moveTo>
                      <a:pt x="508957" y="0"/>
                    </a:moveTo>
                    <a:cubicBezTo>
                      <a:pt x="790046" y="0"/>
                      <a:pt x="1017914" y="227868"/>
                      <a:pt x="1017914" y="508957"/>
                    </a:cubicBezTo>
                    <a:lnTo>
                      <a:pt x="0" y="508957"/>
                    </a:lnTo>
                    <a:cubicBezTo>
                      <a:pt x="0" y="227868"/>
                      <a:pt x="227868" y="0"/>
                      <a:pt x="508957" y="0"/>
                    </a:cubicBezTo>
                    <a:close/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87F2179E-1E10-76FA-CA72-62A0E914CFEB}"/>
                </a:ext>
              </a:extLst>
            </p:cNvPr>
            <p:cNvGrpSpPr/>
            <p:nvPr userDrawn="1"/>
          </p:nvGrpSpPr>
          <p:grpSpPr>
            <a:xfrm flipV="1">
              <a:off x="4615134" y="45831"/>
              <a:ext cx="2596549" cy="1382383"/>
              <a:chOff x="4615134" y="4524014"/>
              <a:chExt cx="2596549" cy="1382383"/>
            </a:xfrm>
          </p:grpSpPr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2121CD9D-285A-446B-F41F-FEFAF4EAEA1B}"/>
                  </a:ext>
                </a:extLst>
              </p:cNvPr>
              <p:cNvSpPr/>
              <p:nvPr userDrawn="1"/>
            </p:nvSpPr>
            <p:spPr>
              <a:xfrm>
                <a:off x="4615134" y="4887585"/>
                <a:ext cx="2596549" cy="1017914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900EAE3D-CE2C-0A20-261E-FEAD269E07A4}"/>
                  </a:ext>
                </a:extLst>
              </p:cNvPr>
              <p:cNvSpPr/>
              <p:nvPr userDrawn="1"/>
            </p:nvSpPr>
            <p:spPr>
              <a:xfrm>
                <a:off x="5305251" y="5608068"/>
                <a:ext cx="1216320" cy="298329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フリーフォーム: 図形 17">
                <a:extLst>
                  <a:ext uri="{FF2B5EF4-FFF2-40B4-BE49-F238E27FC236}">
                    <a16:creationId xmlns:a16="http://schemas.microsoft.com/office/drawing/2014/main" id="{A391EB8F-AEC5-ACE6-33E6-BCB6F142C752}"/>
                  </a:ext>
                </a:extLst>
              </p:cNvPr>
              <p:cNvSpPr/>
              <p:nvPr userDrawn="1"/>
            </p:nvSpPr>
            <p:spPr>
              <a:xfrm>
                <a:off x="5559725" y="4524014"/>
                <a:ext cx="727493" cy="363747"/>
              </a:xfrm>
              <a:custGeom>
                <a:avLst/>
                <a:gdLst>
                  <a:gd name="connsiteX0" fmla="*/ 508957 w 1017914"/>
                  <a:gd name="connsiteY0" fmla="*/ 0 h 508957"/>
                  <a:gd name="connsiteX1" fmla="*/ 1017914 w 1017914"/>
                  <a:gd name="connsiteY1" fmla="*/ 508957 h 508957"/>
                  <a:gd name="connsiteX2" fmla="*/ 0 w 1017914"/>
                  <a:gd name="connsiteY2" fmla="*/ 508957 h 508957"/>
                  <a:gd name="connsiteX3" fmla="*/ 508957 w 1017914"/>
                  <a:gd name="connsiteY3" fmla="*/ 0 h 50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914" h="508957">
                    <a:moveTo>
                      <a:pt x="508957" y="0"/>
                    </a:moveTo>
                    <a:cubicBezTo>
                      <a:pt x="790046" y="0"/>
                      <a:pt x="1017914" y="227868"/>
                      <a:pt x="1017914" y="508957"/>
                    </a:cubicBezTo>
                    <a:lnTo>
                      <a:pt x="0" y="508957"/>
                    </a:lnTo>
                    <a:cubicBezTo>
                      <a:pt x="0" y="227868"/>
                      <a:pt x="227868" y="0"/>
                      <a:pt x="508957" y="0"/>
                    </a:cubicBezTo>
                    <a:close/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E16F21FC-E55A-2E6E-A65A-88865D1619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300" y="411164"/>
            <a:ext cx="2984503" cy="583448"/>
          </a:xfrm>
        </p:spPr>
        <p:txBody>
          <a:bodyPr/>
          <a:lstStyle>
            <a:lvl1pPr marL="0" indent="0">
              <a:buNone/>
              <a:defRPr u="sng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0DF569A-A79D-B756-E68D-7A0CE79DCE5A}"/>
              </a:ext>
            </a:extLst>
          </p:cNvPr>
          <p:cNvSpPr txBox="1"/>
          <p:nvPr userDrawn="1"/>
        </p:nvSpPr>
        <p:spPr>
          <a:xfrm>
            <a:off x="8763000" y="142959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u="sng" dirty="0"/>
              <a:t>控え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1297156A-6165-70E2-A4FD-B2FB5BA7D553}"/>
              </a:ext>
            </a:extLst>
          </p:cNvPr>
          <p:cNvSpPr/>
          <p:nvPr userDrawn="1"/>
        </p:nvSpPr>
        <p:spPr>
          <a:xfrm>
            <a:off x="9029628" y="2087448"/>
            <a:ext cx="479424" cy="479424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b="1" dirty="0">
                <a:solidFill>
                  <a:schemeClr val="bg2">
                    <a:lumMod val="75000"/>
                  </a:schemeClr>
                </a:solidFill>
              </a:rPr>
              <a:t>OF</a:t>
            </a:r>
            <a:endParaRPr kumimoji="1" lang="ja-JP" altLang="en-US" sz="1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5FA18AD9-D80A-E82E-E100-5DFAAFC6A2FA}"/>
              </a:ext>
            </a:extLst>
          </p:cNvPr>
          <p:cNvSpPr/>
          <p:nvPr userDrawn="1"/>
        </p:nvSpPr>
        <p:spPr>
          <a:xfrm>
            <a:off x="9029628" y="3609687"/>
            <a:ext cx="479424" cy="479424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b="1" dirty="0">
                <a:solidFill>
                  <a:schemeClr val="bg2">
                    <a:lumMod val="75000"/>
                  </a:schemeClr>
                </a:solidFill>
              </a:rPr>
              <a:t>DF</a:t>
            </a:r>
            <a:endParaRPr kumimoji="1" lang="ja-JP" altLang="en-US" sz="1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5F08C99A-7C4A-76ED-F6D0-2A7554CA5C4E}"/>
              </a:ext>
            </a:extLst>
          </p:cNvPr>
          <p:cNvSpPr/>
          <p:nvPr userDrawn="1"/>
        </p:nvSpPr>
        <p:spPr>
          <a:xfrm>
            <a:off x="9820637" y="2116917"/>
            <a:ext cx="479424" cy="479424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b="1" dirty="0">
                <a:solidFill>
                  <a:schemeClr val="bg2">
                    <a:lumMod val="75000"/>
                  </a:schemeClr>
                </a:solidFill>
              </a:rPr>
              <a:t>OF</a:t>
            </a:r>
            <a:endParaRPr kumimoji="1" lang="ja-JP" altLang="en-US" sz="1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C2F0A7B9-2D82-4C42-6F8B-09FA5AB0BE64}"/>
              </a:ext>
            </a:extLst>
          </p:cNvPr>
          <p:cNvSpPr/>
          <p:nvPr userDrawn="1"/>
        </p:nvSpPr>
        <p:spPr>
          <a:xfrm>
            <a:off x="9820637" y="3609687"/>
            <a:ext cx="479424" cy="479424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b="1" dirty="0">
                <a:solidFill>
                  <a:schemeClr val="bg2">
                    <a:lumMod val="75000"/>
                  </a:schemeClr>
                </a:solidFill>
              </a:rPr>
              <a:t>DF</a:t>
            </a:r>
            <a:endParaRPr kumimoji="1" lang="ja-JP" altLang="en-US" sz="1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85E01AD9-A3F4-06E3-AA3A-3ED4DBDA6A00}"/>
              </a:ext>
            </a:extLst>
          </p:cNvPr>
          <p:cNvSpPr/>
          <p:nvPr userDrawn="1"/>
        </p:nvSpPr>
        <p:spPr>
          <a:xfrm>
            <a:off x="9820637" y="2863302"/>
            <a:ext cx="479424" cy="479424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b="1" dirty="0">
                <a:solidFill>
                  <a:schemeClr val="bg2">
                    <a:lumMod val="75000"/>
                  </a:schemeClr>
                </a:solidFill>
              </a:rPr>
              <a:t>HL</a:t>
            </a:r>
            <a:endParaRPr kumimoji="1" lang="ja-JP" altLang="en-US" sz="1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5AF7FB66-6081-4279-5147-5012C18FE01C}"/>
              </a:ext>
            </a:extLst>
          </p:cNvPr>
          <p:cNvSpPr/>
          <p:nvPr userDrawn="1"/>
        </p:nvSpPr>
        <p:spPr>
          <a:xfrm>
            <a:off x="9430113" y="4300076"/>
            <a:ext cx="479424" cy="479424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b="1" dirty="0">
                <a:solidFill>
                  <a:schemeClr val="bg2">
                    <a:lumMod val="75000"/>
                  </a:schemeClr>
                </a:solidFill>
              </a:rPr>
              <a:t>GK</a:t>
            </a:r>
            <a:endParaRPr kumimoji="1" lang="ja-JP" altLang="en-US" sz="1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7E689906-FA6C-CDB4-D114-9364B6256DF8}"/>
              </a:ext>
            </a:extLst>
          </p:cNvPr>
          <p:cNvSpPr/>
          <p:nvPr userDrawn="1"/>
        </p:nvSpPr>
        <p:spPr>
          <a:xfrm>
            <a:off x="9029628" y="2885469"/>
            <a:ext cx="479424" cy="479424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b="1" dirty="0">
                <a:solidFill>
                  <a:schemeClr val="bg2">
                    <a:lumMod val="75000"/>
                  </a:schemeClr>
                </a:solidFill>
              </a:rPr>
              <a:t>HL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9CF77A7-3D17-0A9C-ACD6-9269EC4BBEEE}"/>
              </a:ext>
            </a:extLst>
          </p:cNvPr>
          <p:cNvSpPr txBox="1"/>
          <p:nvPr userDrawn="1"/>
        </p:nvSpPr>
        <p:spPr>
          <a:xfrm>
            <a:off x="9029628" y="3160330"/>
            <a:ext cx="479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solidFill>
                  <a:schemeClr val="bg2">
                    <a:lumMod val="75000"/>
                  </a:schemeClr>
                </a:solidFill>
              </a:rPr>
              <a:t>inside</a:t>
            </a:r>
            <a:endParaRPr kumimoji="1" lang="ja-JP" altLang="en-US" sz="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9FC0308-9B7B-FA00-96C8-C0BF1A2D1DAB}"/>
              </a:ext>
            </a:extLst>
          </p:cNvPr>
          <p:cNvSpPr txBox="1"/>
          <p:nvPr userDrawn="1"/>
        </p:nvSpPr>
        <p:spPr>
          <a:xfrm>
            <a:off x="9760673" y="3140591"/>
            <a:ext cx="612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solidFill>
                  <a:schemeClr val="bg2">
                    <a:lumMod val="75000"/>
                  </a:schemeClr>
                </a:solidFill>
              </a:rPr>
              <a:t>volante</a:t>
            </a:r>
            <a:endParaRPr kumimoji="1" lang="ja-JP" altLang="en-US" sz="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EBC4F40-DF13-C6A2-194B-8335F22FBC42}"/>
              </a:ext>
            </a:extLst>
          </p:cNvPr>
          <p:cNvSpPr txBox="1"/>
          <p:nvPr userDrawn="1"/>
        </p:nvSpPr>
        <p:spPr>
          <a:xfrm>
            <a:off x="9029628" y="3898567"/>
            <a:ext cx="479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solidFill>
                  <a:schemeClr val="bg2">
                    <a:lumMod val="75000"/>
                  </a:schemeClr>
                </a:solidFill>
              </a:rPr>
              <a:t>side</a:t>
            </a:r>
            <a:endParaRPr kumimoji="1" lang="ja-JP" altLang="en-US" sz="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4251EBF-EC28-89A7-0AD2-E6634847E7CF}"/>
              </a:ext>
            </a:extLst>
          </p:cNvPr>
          <p:cNvSpPr txBox="1"/>
          <p:nvPr userDrawn="1"/>
        </p:nvSpPr>
        <p:spPr>
          <a:xfrm>
            <a:off x="9760673" y="3886976"/>
            <a:ext cx="612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solidFill>
                  <a:schemeClr val="bg2">
                    <a:lumMod val="75000"/>
                  </a:schemeClr>
                </a:solidFill>
              </a:rPr>
              <a:t>center</a:t>
            </a:r>
            <a:endParaRPr kumimoji="1" lang="ja-JP" altLang="en-US" sz="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967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2DCEAF4-836A-A03E-6AD7-4205C204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2828-0D00-4BBE-A046-1722CA251A50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33FC8E-E883-EAC0-2B22-CBF93EAE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6681AB-42C4-8356-8BBB-F4E2E898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6CA-EB95-4831-A3AD-19E6EC1FE01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EAB0B87-D6C1-76E3-4FEC-EBE3B3457099}"/>
              </a:ext>
            </a:extLst>
          </p:cNvPr>
          <p:cNvGrpSpPr/>
          <p:nvPr userDrawn="1"/>
        </p:nvGrpSpPr>
        <p:grpSpPr>
          <a:xfrm>
            <a:off x="838202" y="411164"/>
            <a:ext cx="10515598" cy="7238163"/>
            <a:chOff x="4068793" y="410956"/>
            <a:chExt cx="4054415" cy="279076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38DDB6B-B6B0-C43F-D46B-CC44C11B448B}"/>
                </a:ext>
              </a:extLst>
            </p:cNvPr>
            <p:cNvSpPr/>
            <p:nvPr userDrawn="1"/>
          </p:nvSpPr>
          <p:spPr>
            <a:xfrm>
              <a:off x="4068793" y="410956"/>
              <a:ext cx="4054415" cy="2790761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87F2179E-1E10-76FA-CA72-62A0E914CFEB}"/>
                </a:ext>
              </a:extLst>
            </p:cNvPr>
            <p:cNvGrpSpPr/>
            <p:nvPr userDrawn="1"/>
          </p:nvGrpSpPr>
          <p:grpSpPr>
            <a:xfrm flipV="1">
              <a:off x="4784787" y="410956"/>
              <a:ext cx="2596549" cy="1382383"/>
              <a:chOff x="4615134" y="4524014"/>
              <a:chExt cx="2596549" cy="1382383"/>
            </a:xfrm>
          </p:grpSpPr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2121CD9D-285A-446B-F41F-FEFAF4EAEA1B}"/>
                  </a:ext>
                </a:extLst>
              </p:cNvPr>
              <p:cNvSpPr/>
              <p:nvPr userDrawn="1"/>
            </p:nvSpPr>
            <p:spPr>
              <a:xfrm>
                <a:off x="4615134" y="4887585"/>
                <a:ext cx="2596549" cy="1017914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900EAE3D-CE2C-0A20-261E-FEAD269E07A4}"/>
                  </a:ext>
                </a:extLst>
              </p:cNvPr>
              <p:cNvSpPr/>
              <p:nvPr userDrawn="1"/>
            </p:nvSpPr>
            <p:spPr>
              <a:xfrm>
                <a:off x="5305251" y="5608068"/>
                <a:ext cx="1216320" cy="298329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フリーフォーム: 図形 17">
                <a:extLst>
                  <a:ext uri="{FF2B5EF4-FFF2-40B4-BE49-F238E27FC236}">
                    <a16:creationId xmlns:a16="http://schemas.microsoft.com/office/drawing/2014/main" id="{A391EB8F-AEC5-ACE6-33E6-BCB6F142C752}"/>
                  </a:ext>
                </a:extLst>
              </p:cNvPr>
              <p:cNvSpPr/>
              <p:nvPr userDrawn="1"/>
            </p:nvSpPr>
            <p:spPr>
              <a:xfrm>
                <a:off x="5559725" y="4524014"/>
                <a:ext cx="727493" cy="363747"/>
              </a:xfrm>
              <a:custGeom>
                <a:avLst/>
                <a:gdLst>
                  <a:gd name="connsiteX0" fmla="*/ 508957 w 1017914"/>
                  <a:gd name="connsiteY0" fmla="*/ 0 h 508957"/>
                  <a:gd name="connsiteX1" fmla="*/ 1017914 w 1017914"/>
                  <a:gd name="connsiteY1" fmla="*/ 508957 h 508957"/>
                  <a:gd name="connsiteX2" fmla="*/ 0 w 1017914"/>
                  <a:gd name="connsiteY2" fmla="*/ 508957 h 508957"/>
                  <a:gd name="connsiteX3" fmla="*/ 508957 w 1017914"/>
                  <a:gd name="connsiteY3" fmla="*/ 0 h 50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914" h="508957">
                    <a:moveTo>
                      <a:pt x="508957" y="0"/>
                    </a:moveTo>
                    <a:cubicBezTo>
                      <a:pt x="790046" y="0"/>
                      <a:pt x="1017914" y="227868"/>
                      <a:pt x="1017914" y="508957"/>
                    </a:cubicBezTo>
                    <a:lnTo>
                      <a:pt x="0" y="508957"/>
                    </a:lnTo>
                    <a:cubicBezTo>
                      <a:pt x="0" y="227868"/>
                      <a:pt x="227868" y="0"/>
                      <a:pt x="508957" y="0"/>
                    </a:cubicBezTo>
                    <a:close/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E16F21FC-E55A-2E6E-A65A-88865D1619F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68300" y="411164"/>
            <a:ext cx="2984503" cy="583448"/>
          </a:xfrm>
        </p:spPr>
        <p:txBody>
          <a:bodyPr/>
          <a:lstStyle>
            <a:lvl1pPr marL="0" indent="0">
              <a:buNone/>
              <a:defRPr u="sng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27682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2DCEAF4-836A-A03E-6AD7-4205C204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2828-0D00-4BBE-A046-1722CA251A50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33FC8E-E883-EAC0-2B22-CBF93EAE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6681AB-42C4-8356-8BBB-F4E2E898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6CA-EB95-4831-A3AD-19E6EC1FE01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0F4653F-4E5D-3F0E-62E9-85D1130FE66E}"/>
              </a:ext>
            </a:extLst>
          </p:cNvPr>
          <p:cNvGrpSpPr/>
          <p:nvPr userDrawn="1"/>
        </p:nvGrpSpPr>
        <p:grpSpPr>
          <a:xfrm>
            <a:off x="4068793" y="410956"/>
            <a:ext cx="4054415" cy="5860566"/>
            <a:chOff x="3899140" y="45831"/>
            <a:chExt cx="4054415" cy="5860566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38DDB6B-B6B0-C43F-D46B-CC44C11B448B}"/>
                </a:ext>
              </a:extLst>
            </p:cNvPr>
            <p:cNvSpPr/>
            <p:nvPr userDrawn="1"/>
          </p:nvSpPr>
          <p:spPr>
            <a:xfrm>
              <a:off x="3899140" y="45831"/>
              <a:ext cx="4054415" cy="585966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81ECE7C-1F33-7450-DD9E-1A8B06CAC162}"/>
                </a:ext>
              </a:extLst>
            </p:cNvPr>
            <p:cNvCxnSpPr/>
            <p:nvPr userDrawn="1"/>
          </p:nvCxnSpPr>
          <p:spPr>
            <a:xfrm>
              <a:off x="3899140" y="2984740"/>
              <a:ext cx="405441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0926E4BD-E8D3-E6A9-BDA0-B5F9DE7E9C8F}"/>
                </a:ext>
              </a:extLst>
            </p:cNvPr>
            <p:cNvSpPr/>
            <p:nvPr userDrawn="1"/>
          </p:nvSpPr>
          <p:spPr>
            <a:xfrm>
              <a:off x="5408764" y="2467157"/>
              <a:ext cx="1017914" cy="1017914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BAA7D93A-9CE1-DE99-2673-342D3EA24BE1}"/>
                </a:ext>
              </a:extLst>
            </p:cNvPr>
            <p:cNvGrpSpPr/>
            <p:nvPr userDrawn="1"/>
          </p:nvGrpSpPr>
          <p:grpSpPr>
            <a:xfrm>
              <a:off x="4615134" y="4524014"/>
              <a:ext cx="2596549" cy="1382383"/>
              <a:chOff x="4615134" y="4524014"/>
              <a:chExt cx="2596549" cy="1382383"/>
            </a:xfrm>
          </p:grpSpPr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06196EFE-AECA-B9D0-6F46-7E8B104BCA2F}"/>
                  </a:ext>
                </a:extLst>
              </p:cNvPr>
              <p:cNvSpPr/>
              <p:nvPr userDrawn="1"/>
            </p:nvSpPr>
            <p:spPr>
              <a:xfrm>
                <a:off x="4615134" y="4887585"/>
                <a:ext cx="2596549" cy="1017914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B8F171D2-23B1-A004-2D60-E805C86D2C26}"/>
                  </a:ext>
                </a:extLst>
              </p:cNvPr>
              <p:cNvSpPr/>
              <p:nvPr userDrawn="1"/>
            </p:nvSpPr>
            <p:spPr>
              <a:xfrm>
                <a:off x="5305251" y="5608068"/>
                <a:ext cx="1216320" cy="298329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フリーフォーム: 図形 12">
                <a:extLst>
                  <a:ext uri="{FF2B5EF4-FFF2-40B4-BE49-F238E27FC236}">
                    <a16:creationId xmlns:a16="http://schemas.microsoft.com/office/drawing/2014/main" id="{18DD1EAA-36BB-3185-9F75-B4E639CA44FB}"/>
                  </a:ext>
                </a:extLst>
              </p:cNvPr>
              <p:cNvSpPr/>
              <p:nvPr userDrawn="1"/>
            </p:nvSpPr>
            <p:spPr>
              <a:xfrm>
                <a:off x="5559725" y="4524014"/>
                <a:ext cx="727493" cy="363747"/>
              </a:xfrm>
              <a:custGeom>
                <a:avLst/>
                <a:gdLst>
                  <a:gd name="connsiteX0" fmla="*/ 508957 w 1017914"/>
                  <a:gd name="connsiteY0" fmla="*/ 0 h 508957"/>
                  <a:gd name="connsiteX1" fmla="*/ 1017914 w 1017914"/>
                  <a:gd name="connsiteY1" fmla="*/ 508957 h 508957"/>
                  <a:gd name="connsiteX2" fmla="*/ 0 w 1017914"/>
                  <a:gd name="connsiteY2" fmla="*/ 508957 h 508957"/>
                  <a:gd name="connsiteX3" fmla="*/ 508957 w 1017914"/>
                  <a:gd name="connsiteY3" fmla="*/ 0 h 50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914" h="508957">
                    <a:moveTo>
                      <a:pt x="508957" y="0"/>
                    </a:moveTo>
                    <a:cubicBezTo>
                      <a:pt x="790046" y="0"/>
                      <a:pt x="1017914" y="227868"/>
                      <a:pt x="1017914" y="508957"/>
                    </a:cubicBezTo>
                    <a:lnTo>
                      <a:pt x="0" y="508957"/>
                    </a:lnTo>
                    <a:cubicBezTo>
                      <a:pt x="0" y="227868"/>
                      <a:pt x="227868" y="0"/>
                      <a:pt x="508957" y="0"/>
                    </a:cubicBezTo>
                    <a:close/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87F2179E-1E10-76FA-CA72-62A0E914CFEB}"/>
                </a:ext>
              </a:extLst>
            </p:cNvPr>
            <p:cNvGrpSpPr/>
            <p:nvPr userDrawn="1"/>
          </p:nvGrpSpPr>
          <p:grpSpPr>
            <a:xfrm flipV="1">
              <a:off x="4615134" y="45831"/>
              <a:ext cx="2596549" cy="1382383"/>
              <a:chOff x="4615134" y="4524014"/>
              <a:chExt cx="2596549" cy="1382383"/>
            </a:xfrm>
          </p:grpSpPr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2121CD9D-285A-446B-F41F-FEFAF4EAEA1B}"/>
                  </a:ext>
                </a:extLst>
              </p:cNvPr>
              <p:cNvSpPr/>
              <p:nvPr userDrawn="1"/>
            </p:nvSpPr>
            <p:spPr>
              <a:xfrm>
                <a:off x="4615134" y="4887585"/>
                <a:ext cx="2596549" cy="1017914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900EAE3D-CE2C-0A20-261E-FEAD269E07A4}"/>
                  </a:ext>
                </a:extLst>
              </p:cNvPr>
              <p:cNvSpPr/>
              <p:nvPr userDrawn="1"/>
            </p:nvSpPr>
            <p:spPr>
              <a:xfrm>
                <a:off x="5305251" y="5608068"/>
                <a:ext cx="1216320" cy="298329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フリーフォーム: 図形 17">
                <a:extLst>
                  <a:ext uri="{FF2B5EF4-FFF2-40B4-BE49-F238E27FC236}">
                    <a16:creationId xmlns:a16="http://schemas.microsoft.com/office/drawing/2014/main" id="{A391EB8F-AEC5-ACE6-33E6-BCB6F142C752}"/>
                  </a:ext>
                </a:extLst>
              </p:cNvPr>
              <p:cNvSpPr/>
              <p:nvPr userDrawn="1"/>
            </p:nvSpPr>
            <p:spPr>
              <a:xfrm>
                <a:off x="5559725" y="4524014"/>
                <a:ext cx="727493" cy="363747"/>
              </a:xfrm>
              <a:custGeom>
                <a:avLst/>
                <a:gdLst>
                  <a:gd name="connsiteX0" fmla="*/ 508957 w 1017914"/>
                  <a:gd name="connsiteY0" fmla="*/ 0 h 508957"/>
                  <a:gd name="connsiteX1" fmla="*/ 1017914 w 1017914"/>
                  <a:gd name="connsiteY1" fmla="*/ 508957 h 508957"/>
                  <a:gd name="connsiteX2" fmla="*/ 0 w 1017914"/>
                  <a:gd name="connsiteY2" fmla="*/ 508957 h 508957"/>
                  <a:gd name="connsiteX3" fmla="*/ 508957 w 1017914"/>
                  <a:gd name="connsiteY3" fmla="*/ 0 h 50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914" h="508957">
                    <a:moveTo>
                      <a:pt x="508957" y="0"/>
                    </a:moveTo>
                    <a:cubicBezTo>
                      <a:pt x="790046" y="0"/>
                      <a:pt x="1017914" y="227868"/>
                      <a:pt x="1017914" y="508957"/>
                    </a:cubicBezTo>
                    <a:lnTo>
                      <a:pt x="0" y="508957"/>
                    </a:lnTo>
                    <a:cubicBezTo>
                      <a:pt x="0" y="227868"/>
                      <a:pt x="227868" y="0"/>
                      <a:pt x="508957" y="0"/>
                    </a:cubicBezTo>
                    <a:close/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B9BB2FA-E38A-1948-C8A1-0AF2EA13756F}"/>
              </a:ext>
            </a:extLst>
          </p:cNvPr>
          <p:cNvSpPr txBox="1"/>
          <p:nvPr userDrawn="1"/>
        </p:nvSpPr>
        <p:spPr>
          <a:xfrm>
            <a:off x="333375" y="2105025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u="sng" dirty="0"/>
              <a:t>控え</a:t>
            </a:r>
          </a:p>
        </p:txBody>
      </p:sp>
    </p:spTree>
    <p:extLst>
      <p:ext uri="{BB962C8B-B14F-4D97-AF65-F5344CB8AC3E}">
        <p14:creationId xmlns:p14="http://schemas.microsoft.com/office/powerpoint/2010/main" val="304103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gi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ヴィッセル神戸 クラブ情報 : クラブ概要">
            <a:extLst>
              <a:ext uri="{FF2B5EF4-FFF2-40B4-BE49-F238E27FC236}">
                <a16:creationId xmlns:a16="http://schemas.microsoft.com/office/drawing/2014/main" id="{DA9E51C2-9A64-B13E-D838-8E5958E185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5162550"/>
            <a:ext cx="152400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CA65528-9257-DDB7-9757-95BA7B76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DB638A-A4E1-B08B-7F40-66429F580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D0F220-3B5B-44E9-3E8A-F08EB31C0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52828-0D00-4BBE-A046-1722CA251A50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5FE37D-F69E-6838-7A3F-FAF34650C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B34E9F-9683-9F2D-191C-40B476036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DF6CA-EB95-4831-A3AD-19E6EC1FE0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015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3" r:id="rId6"/>
    <p:sldLayoutId id="2147483664" r:id="rId7"/>
    <p:sldLayoutId id="214748366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733EDF67-C27D-3FEE-023C-382D086AF6A9}"/>
              </a:ext>
            </a:extLst>
          </p:cNvPr>
          <p:cNvGrpSpPr/>
          <p:nvPr/>
        </p:nvGrpSpPr>
        <p:grpSpPr>
          <a:xfrm>
            <a:off x="4362752" y="4227513"/>
            <a:ext cx="999038" cy="999038"/>
            <a:chOff x="4081030" y="4970897"/>
            <a:chExt cx="1080000" cy="1080000"/>
          </a:xfrm>
        </p:grpSpPr>
        <p:sp>
          <p:nvSpPr>
            <p:cNvPr id="40" name="楕円 39">
              <a:extLst>
                <a:ext uri="{FF2B5EF4-FFF2-40B4-BE49-F238E27FC236}">
                  <a16:creationId xmlns:a16="http://schemas.microsoft.com/office/drawing/2014/main" id="{9A93C89B-5CB8-EF9D-0C63-697CA3EDEE4A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1" name="楕円 40">
              <a:extLst>
                <a:ext uri="{FF2B5EF4-FFF2-40B4-BE49-F238E27FC236}">
                  <a16:creationId xmlns:a16="http://schemas.microsoft.com/office/drawing/2014/main" id="{3719BE00-0C6C-FFDE-F527-A2762E3444F4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ED816430-F674-AD45-FA07-CD85D75B6200}"/>
              </a:ext>
            </a:extLst>
          </p:cNvPr>
          <p:cNvGrpSpPr/>
          <p:nvPr/>
        </p:nvGrpSpPr>
        <p:grpSpPr>
          <a:xfrm>
            <a:off x="5227293" y="4227513"/>
            <a:ext cx="999038" cy="999038"/>
            <a:chOff x="4081030" y="4970897"/>
            <a:chExt cx="1080000" cy="1080000"/>
          </a:xfrm>
        </p:grpSpPr>
        <p:sp>
          <p:nvSpPr>
            <p:cNvPr id="44" name="楕円 43">
              <a:extLst>
                <a:ext uri="{FF2B5EF4-FFF2-40B4-BE49-F238E27FC236}">
                  <a16:creationId xmlns:a16="http://schemas.microsoft.com/office/drawing/2014/main" id="{D65DB5AB-9998-E3E5-3840-A3D525A1FEE4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5" name="楕円 44">
              <a:extLst>
                <a:ext uri="{FF2B5EF4-FFF2-40B4-BE49-F238E27FC236}">
                  <a16:creationId xmlns:a16="http://schemas.microsoft.com/office/drawing/2014/main" id="{8FD1B6E9-CCD4-4A6B-4106-DC20670A481D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A4CEA773-402E-4853-8509-9712095C11E0}"/>
              </a:ext>
            </a:extLst>
          </p:cNvPr>
          <p:cNvGrpSpPr/>
          <p:nvPr/>
        </p:nvGrpSpPr>
        <p:grpSpPr>
          <a:xfrm>
            <a:off x="6038303" y="4227513"/>
            <a:ext cx="999038" cy="999038"/>
            <a:chOff x="4081030" y="4970897"/>
            <a:chExt cx="1080000" cy="1080000"/>
          </a:xfrm>
        </p:grpSpPr>
        <p:sp>
          <p:nvSpPr>
            <p:cNvPr id="47" name="楕円 46">
              <a:extLst>
                <a:ext uri="{FF2B5EF4-FFF2-40B4-BE49-F238E27FC236}">
                  <a16:creationId xmlns:a16="http://schemas.microsoft.com/office/drawing/2014/main" id="{FD19369D-E951-A6DD-C04B-73A93EB53D54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8" name="楕円 47">
              <a:extLst>
                <a:ext uri="{FF2B5EF4-FFF2-40B4-BE49-F238E27FC236}">
                  <a16:creationId xmlns:a16="http://schemas.microsoft.com/office/drawing/2014/main" id="{C6886A55-D571-EAA0-A90D-B4E86B5CC07B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A1CB1641-8744-FA0F-18DE-AA2EC46BA12B}"/>
              </a:ext>
            </a:extLst>
          </p:cNvPr>
          <p:cNvGrpSpPr/>
          <p:nvPr/>
        </p:nvGrpSpPr>
        <p:grpSpPr>
          <a:xfrm>
            <a:off x="6900113" y="4227513"/>
            <a:ext cx="999038" cy="999038"/>
            <a:chOff x="4081030" y="4970897"/>
            <a:chExt cx="1080000" cy="1080000"/>
          </a:xfrm>
        </p:grpSpPr>
        <p:sp>
          <p:nvSpPr>
            <p:cNvPr id="50" name="楕円 49">
              <a:extLst>
                <a:ext uri="{FF2B5EF4-FFF2-40B4-BE49-F238E27FC236}">
                  <a16:creationId xmlns:a16="http://schemas.microsoft.com/office/drawing/2014/main" id="{58BB800D-58AF-EE7E-9F48-54728CBA8656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1" name="楕円 50">
              <a:extLst>
                <a:ext uri="{FF2B5EF4-FFF2-40B4-BE49-F238E27FC236}">
                  <a16:creationId xmlns:a16="http://schemas.microsoft.com/office/drawing/2014/main" id="{77E9A33B-DB61-5485-359A-ACFCEA9FAFA4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4521E54A-4915-547B-F2F3-F62A4C8DD358}"/>
              </a:ext>
            </a:extLst>
          </p:cNvPr>
          <p:cNvGrpSpPr/>
          <p:nvPr/>
        </p:nvGrpSpPr>
        <p:grpSpPr>
          <a:xfrm>
            <a:off x="4362752" y="3388372"/>
            <a:ext cx="999038" cy="999038"/>
            <a:chOff x="4081030" y="4970897"/>
            <a:chExt cx="1080000" cy="1080000"/>
          </a:xfrm>
        </p:grpSpPr>
        <p:sp>
          <p:nvSpPr>
            <p:cNvPr id="53" name="楕円 52">
              <a:extLst>
                <a:ext uri="{FF2B5EF4-FFF2-40B4-BE49-F238E27FC236}">
                  <a16:creationId xmlns:a16="http://schemas.microsoft.com/office/drawing/2014/main" id="{20902762-67B7-A2A5-269B-A64D717FBE38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4" name="楕円 53">
              <a:extLst>
                <a:ext uri="{FF2B5EF4-FFF2-40B4-BE49-F238E27FC236}">
                  <a16:creationId xmlns:a16="http://schemas.microsoft.com/office/drawing/2014/main" id="{D62645C6-F92C-C94F-AB55-73A5935F55CA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C842BB50-BF3B-361C-2BAE-38884BA5356A}"/>
              </a:ext>
            </a:extLst>
          </p:cNvPr>
          <p:cNvGrpSpPr/>
          <p:nvPr/>
        </p:nvGrpSpPr>
        <p:grpSpPr>
          <a:xfrm>
            <a:off x="5224562" y="3388372"/>
            <a:ext cx="999038" cy="999038"/>
            <a:chOff x="4081030" y="4970897"/>
            <a:chExt cx="1080000" cy="1080000"/>
          </a:xfrm>
        </p:grpSpPr>
        <p:sp>
          <p:nvSpPr>
            <p:cNvPr id="56" name="楕円 55">
              <a:extLst>
                <a:ext uri="{FF2B5EF4-FFF2-40B4-BE49-F238E27FC236}">
                  <a16:creationId xmlns:a16="http://schemas.microsoft.com/office/drawing/2014/main" id="{EC843CC8-F88E-89B9-4708-DE382025F060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7" name="楕円 56">
              <a:extLst>
                <a:ext uri="{FF2B5EF4-FFF2-40B4-BE49-F238E27FC236}">
                  <a16:creationId xmlns:a16="http://schemas.microsoft.com/office/drawing/2014/main" id="{794C00F6-9C63-845B-352E-EA139224A445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EF654EEB-2955-16B3-C88E-F53461C7A6F6}"/>
              </a:ext>
            </a:extLst>
          </p:cNvPr>
          <p:cNvGrpSpPr/>
          <p:nvPr/>
        </p:nvGrpSpPr>
        <p:grpSpPr>
          <a:xfrm>
            <a:off x="6063703" y="3388372"/>
            <a:ext cx="999038" cy="999038"/>
            <a:chOff x="4081030" y="4970897"/>
            <a:chExt cx="1080000" cy="1080000"/>
          </a:xfrm>
        </p:grpSpPr>
        <p:sp>
          <p:nvSpPr>
            <p:cNvPr id="59" name="楕円 58">
              <a:extLst>
                <a:ext uri="{FF2B5EF4-FFF2-40B4-BE49-F238E27FC236}">
                  <a16:creationId xmlns:a16="http://schemas.microsoft.com/office/drawing/2014/main" id="{BADCC142-1830-DDFC-E38A-2C577DEE6FFE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0" name="楕円 59">
              <a:extLst>
                <a:ext uri="{FF2B5EF4-FFF2-40B4-BE49-F238E27FC236}">
                  <a16:creationId xmlns:a16="http://schemas.microsoft.com/office/drawing/2014/main" id="{C7C9C936-0246-3F4D-8504-E9B9EB97304D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105E0A87-1DC3-175D-CCE5-33F50327C818}"/>
              </a:ext>
            </a:extLst>
          </p:cNvPr>
          <p:cNvGrpSpPr/>
          <p:nvPr/>
        </p:nvGrpSpPr>
        <p:grpSpPr>
          <a:xfrm>
            <a:off x="6900113" y="3388372"/>
            <a:ext cx="999038" cy="999038"/>
            <a:chOff x="4081030" y="4970897"/>
            <a:chExt cx="1080000" cy="1080000"/>
          </a:xfrm>
        </p:grpSpPr>
        <p:sp>
          <p:nvSpPr>
            <p:cNvPr id="62" name="楕円 61">
              <a:extLst>
                <a:ext uri="{FF2B5EF4-FFF2-40B4-BE49-F238E27FC236}">
                  <a16:creationId xmlns:a16="http://schemas.microsoft.com/office/drawing/2014/main" id="{D9D18CC1-CF0F-46AB-CE17-48387CAFF7D5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3" name="楕円 62">
              <a:extLst>
                <a:ext uri="{FF2B5EF4-FFF2-40B4-BE49-F238E27FC236}">
                  <a16:creationId xmlns:a16="http://schemas.microsoft.com/office/drawing/2014/main" id="{9C7F39C7-3AF1-B730-5816-05C3102BDFD3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962D4EF6-851E-CFBF-86B3-0EFC51DC7BC9}"/>
              </a:ext>
            </a:extLst>
          </p:cNvPr>
          <p:cNvGrpSpPr/>
          <p:nvPr/>
        </p:nvGrpSpPr>
        <p:grpSpPr>
          <a:xfrm>
            <a:off x="5090065" y="2559145"/>
            <a:ext cx="999038" cy="999038"/>
            <a:chOff x="4081030" y="4970897"/>
            <a:chExt cx="1080000" cy="1080000"/>
          </a:xfrm>
        </p:grpSpPr>
        <p:sp>
          <p:nvSpPr>
            <p:cNvPr id="68" name="楕円 67">
              <a:extLst>
                <a:ext uri="{FF2B5EF4-FFF2-40B4-BE49-F238E27FC236}">
                  <a16:creationId xmlns:a16="http://schemas.microsoft.com/office/drawing/2014/main" id="{5047A0A4-2359-9B87-B457-E412435A400F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9" name="楕円 68">
              <a:extLst>
                <a:ext uri="{FF2B5EF4-FFF2-40B4-BE49-F238E27FC236}">
                  <a16:creationId xmlns:a16="http://schemas.microsoft.com/office/drawing/2014/main" id="{E334171E-A154-1A4F-CDB9-93207222DB34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FCB72AEC-5BC9-C0DF-9560-96BD4EC3EAA9}"/>
              </a:ext>
            </a:extLst>
          </p:cNvPr>
          <p:cNvGrpSpPr/>
          <p:nvPr/>
        </p:nvGrpSpPr>
        <p:grpSpPr>
          <a:xfrm>
            <a:off x="6099100" y="2559145"/>
            <a:ext cx="999038" cy="999038"/>
            <a:chOff x="4081030" y="4970897"/>
            <a:chExt cx="1080000" cy="1080000"/>
          </a:xfrm>
        </p:grpSpPr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9712BF70-3993-83A6-F8E2-551C38F5BB22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2" name="楕円 71">
              <a:extLst>
                <a:ext uri="{FF2B5EF4-FFF2-40B4-BE49-F238E27FC236}">
                  <a16:creationId xmlns:a16="http://schemas.microsoft.com/office/drawing/2014/main" id="{B8EE1BC3-B4EB-29CB-FF25-61CC5169D2C7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C9E21F02-D4D5-FF8A-D76A-E3A5C579104B}"/>
              </a:ext>
            </a:extLst>
          </p:cNvPr>
          <p:cNvGrpSpPr/>
          <p:nvPr/>
        </p:nvGrpSpPr>
        <p:grpSpPr>
          <a:xfrm>
            <a:off x="5564184" y="5226551"/>
            <a:ext cx="999038" cy="999038"/>
            <a:chOff x="4081030" y="4970897"/>
            <a:chExt cx="1080000" cy="1080000"/>
          </a:xfrm>
        </p:grpSpPr>
        <p:sp>
          <p:nvSpPr>
            <p:cNvPr id="77" name="楕円 76">
              <a:extLst>
                <a:ext uri="{FF2B5EF4-FFF2-40B4-BE49-F238E27FC236}">
                  <a16:creationId xmlns:a16="http://schemas.microsoft.com/office/drawing/2014/main" id="{B167A514-A0A9-B764-6772-955143180673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chemeClr val="accent6">
                <a:alpha val="41961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5EE0B846-B4E1-FC25-4220-3AAE1152FFE5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3893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9EA77-5297-4B09-FD74-095DDA73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楕円 39">
            <a:extLst>
              <a:ext uri="{FF2B5EF4-FFF2-40B4-BE49-F238E27FC236}">
                <a16:creationId xmlns:a16="http://schemas.microsoft.com/office/drawing/2014/main" id="{8D23C6E1-FD73-586F-18AB-F506978EF21F}"/>
              </a:ext>
            </a:extLst>
          </p:cNvPr>
          <p:cNvSpPr/>
          <p:nvPr/>
        </p:nvSpPr>
        <p:spPr>
          <a:xfrm>
            <a:off x="4362035" y="3926059"/>
            <a:ext cx="999038" cy="999038"/>
          </a:xfrm>
          <a:prstGeom prst="ellipse">
            <a:avLst/>
          </a:prstGeom>
          <a:solidFill>
            <a:srgbClr val="CA0C7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01E758B7-06A4-514D-20CE-84521F538F56}"/>
              </a:ext>
            </a:extLst>
          </p:cNvPr>
          <p:cNvSpPr/>
          <p:nvPr/>
        </p:nvSpPr>
        <p:spPr>
          <a:xfrm>
            <a:off x="4701657" y="4265681"/>
            <a:ext cx="319794" cy="319794"/>
          </a:xfrm>
          <a:prstGeom prst="ellipse">
            <a:avLst/>
          </a:prstGeom>
          <a:solidFill>
            <a:srgbClr val="FF3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E1D5639F-AC41-2A3D-5BCA-9E909E0C8B4B}"/>
              </a:ext>
            </a:extLst>
          </p:cNvPr>
          <p:cNvSpPr/>
          <p:nvPr/>
        </p:nvSpPr>
        <p:spPr>
          <a:xfrm>
            <a:off x="6900113" y="3848392"/>
            <a:ext cx="999038" cy="999038"/>
          </a:xfrm>
          <a:prstGeom prst="ellipse">
            <a:avLst/>
          </a:prstGeom>
          <a:solidFill>
            <a:srgbClr val="CA0C7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73062D96-2155-AE0E-F985-ECE9383C4619}"/>
              </a:ext>
            </a:extLst>
          </p:cNvPr>
          <p:cNvSpPr/>
          <p:nvPr/>
        </p:nvSpPr>
        <p:spPr>
          <a:xfrm>
            <a:off x="7239735" y="4188014"/>
            <a:ext cx="319794" cy="319794"/>
          </a:xfrm>
          <a:prstGeom prst="ellipse">
            <a:avLst/>
          </a:prstGeom>
          <a:solidFill>
            <a:srgbClr val="FF3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7819E0E7-780A-4EB4-D8DB-D8C347E7A16D}"/>
              </a:ext>
            </a:extLst>
          </p:cNvPr>
          <p:cNvSpPr/>
          <p:nvPr/>
        </p:nvSpPr>
        <p:spPr>
          <a:xfrm>
            <a:off x="4600923" y="2438679"/>
            <a:ext cx="999038" cy="999038"/>
          </a:xfrm>
          <a:prstGeom prst="ellipse">
            <a:avLst/>
          </a:prstGeom>
          <a:solidFill>
            <a:srgbClr val="CA0C7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C487C429-B662-1154-8978-823C6E506661}"/>
              </a:ext>
            </a:extLst>
          </p:cNvPr>
          <p:cNvSpPr/>
          <p:nvPr/>
        </p:nvSpPr>
        <p:spPr>
          <a:xfrm>
            <a:off x="4940545" y="2778301"/>
            <a:ext cx="319794" cy="319794"/>
          </a:xfrm>
          <a:prstGeom prst="ellipse">
            <a:avLst/>
          </a:prstGeom>
          <a:solidFill>
            <a:srgbClr val="FF3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B7E82C5B-4C76-E0F8-9C2D-294E2F269A85}"/>
              </a:ext>
            </a:extLst>
          </p:cNvPr>
          <p:cNvSpPr/>
          <p:nvPr/>
        </p:nvSpPr>
        <p:spPr>
          <a:xfrm>
            <a:off x="5090065" y="3301366"/>
            <a:ext cx="999038" cy="999038"/>
          </a:xfrm>
          <a:prstGeom prst="ellipse">
            <a:avLst/>
          </a:prstGeom>
          <a:solidFill>
            <a:srgbClr val="CA0C7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A240E82F-4A7C-8F3D-39E9-69F3EF9947F5}"/>
              </a:ext>
            </a:extLst>
          </p:cNvPr>
          <p:cNvSpPr/>
          <p:nvPr/>
        </p:nvSpPr>
        <p:spPr>
          <a:xfrm>
            <a:off x="5429687" y="3640988"/>
            <a:ext cx="319794" cy="319794"/>
          </a:xfrm>
          <a:prstGeom prst="ellipse">
            <a:avLst/>
          </a:prstGeom>
          <a:solidFill>
            <a:srgbClr val="FF3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370CEE13-031A-80EB-9C0B-5E764448165B}"/>
              </a:ext>
            </a:extLst>
          </p:cNvPr>
          <p:cNvSpPr/>
          <p:nvPr/>
        </p:nvSpPr>
        <p:spPr>
          <a:xfrm>
            <a:off x="6099100" y="3301366"/>
            <a:ext cx="999038" cy="999038"/>
          </a:xfrm>
          <a:prstGeom prst="ellipse">
            <a:avLst/>
          </a:prstGeom>
          <a:solidFill>
            <a:srgbClr val="CA0C7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78EA6BDA-E631-E229-8C2B-B0C04F54C326}"/>
              </a:ext>
            </a:extLst>
          </p:cNvPr>
          <p:cNvSpPr/>
          <p:nvPr/>
        </p:nvSpPr>
        <p:spPr>
          <a:xfrm>
            <a:off x="6438722" y="3640988"/>
            <a:ext cx="319794" cy="319794"/>
          </a:xfrm>
          <a:prstGeom prst="ellipse">
            <a:avLst/>
          </a:prstGeom>
          <a:solidFill>
            <a:srgbClr val="FF3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5A91A108-D572-C423-4B8E-893CF21308A4}"/>
              </a:ext>
            </a:extLst>
          </p:cNvPr>
          <p:cNvSpPr/>
          <p:nvPr/>
        </p:nvSpPr>
        <p:spPr>
          <a:xfrm>
            <a:off x="6598619" y="2470233"/>
            <a:ext cx="999038" cy="999038"/>
          </a:xfrm>
          <a:prstGeom prst="ellipse">
            <a:avLst/>
          </a:prstGeom>
          <a:solidFill>
            <a:srgbClr val="CA0C7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A51575BD-1D79-4823-F6AF-C42F55FB8F19}"/>
              </a:ext>
            </a:extLst>
          </p:cNvPr>
          <p:cNvSpPr/>
          <p:nvPr/>
        </p:nvSpPr>
        <p:spPr>
          <a:xfrm>
            <a:off x="6938241" y="2809855"/>
            <a:ext cx="319794" cy="319794"/>
          </a:xfrm>
          <a:prstGeom prst="ellipse">
            <a:avLst/>
          </a:prstGeom>
          <a:solidFill>
            <a:srgbClr val="FF3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4B2C513A-082B-2D0C-00D6-2F81F9F6824D}"/>
              </a:ext>
            </a:extLst>
          </p:cNvPr>
          <p:cNvSpPr/>
          <p:nvPr/>
        </p:nvSpPr>
        <p:spPr>
          <a:xfrm>
            <a:off x="5603380" y="2487195"/>
            <a:ext cx="999038" cy="999038"/>
          </a:xfrm>
          <a:prstGeom prst="ellipse">
            <a:avLst/>
          </a:prstGeom>
          <a:solidFill>
            <a:srgbClr val="CA0C7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7FCF33FB-94C4-AD0C-DF29-AD37619E92F5}"/>
              </a:ext>
            </a:extLst>
          </p:cNvPr>
          <p:cNvSpPr/>
          <p:nvPr/>
        </p:nvSpPr>
        <p:spPr>
          <a:xfrm>
            <a:off x="5943002" y="2826817"/>
            <a:ext cx="319794" cy="319794"/>
          </a:xfrm>
          <a:prstGeom prst="ellipse">
            <a:avLst/>
          </a:prstGeom>
          <a:solidFill>
            <a:srgbClr val="FF3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58956E5-39C0-57C0-B848-10571D570372}"/>
              </a:ext>
            </a:extLst>
          </p:cNvPr>
          <p:cNvGrpSpPr/>
          <p:nvPr/>
        </p:nvGrpSpPr>
        <p:grpSpPr>
          <a:xfrm>
            <a:off x="5603380" y="1627158"/>
            <a:ext cx="999038" cy="999038"/>
            <a:chOff x="5603380" y="1967408"/>
            <a:chExt cx="999038" cy="999038"/>
          </a:xfrm>
        </p:grpSpPr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FE1E48DB-88D0-E44D-F40C-02637CC21177}"/>
                </a:ext>
              </a:extLst>
            </p:cNvPr>
            <p:cNvSpPr/>
            <p:nvPr/>
          </p:nvSpPr>
          <p:spPr>
            <a:xfrm>
              <a:off x="5603380" y="1967408"/>
              <a:ext cx="999038" cy="999038"/>
            </a:xfrm>
            <a:prstGeom prst="ellipse">
              <a:avLst/>
            </a:prstGeom>
            <a:solidFill>
              <a:srgbClr val="CA0C7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2" name="楕円 71">
              <a:extLst>
                <a:ext uri="{FF2B5EF4-FFF2-40B4-BE49-F238E27FC236}">
                  <a16:creationId xmlns:a16="http://schemas.microsoft.com/office/drawing/2014/main" id="{C5B9881C-0ED2-9608-49EA-3B3DA8C8E580}"/>
                </a:ext>
              </a:extLst>
            </p:cNvPr>
            <p:cNvSpPr/>
            <p:nvPr/>
          </p:nvSpPr>
          <p:spPr>
            <a:xfrm>
              <a:off x="5943002" y="2307030"/>
              <a:ext cx="319794" cy="319794"/>
            </a:xfrm>
            <a:prstGeom prst="ellipse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EEF83E1B-1EC4-8D1A-D080-7FC57E44D9DD}"/>
              </a:ext>
            </a:extLst>
          </p:cNvPr>
          <p:cNvGrpSpPr/>
          <p:nvPr/>
        </p:nvGrpSpPr>
        <p:grpSpPr>
          <a:xfrm>
            <a:off x="5564184" y="5226551"/>
            <a:ext cx="999038" cy="999038"/>
            <a:chOff x="4081030" y="4970897"/>
            <a:chExt cx="1080000" cy="1080000"/>
          </a:xfrm>
        </p:grpSpPr>
        <p:sp>
          <p:nvSpPr>
            <p:cNvPr id="77" name="楕円 76">
              <a:extLst>
                <a:ext uri="{FF2B5EF4-FFF2-40B4-BE49-F238E27FC236}">
                  <a16:creationId xmlns:a16="http://schemas.microsoft.com/office/drawing/2014/main" id="{99C8B943-C0ED-FDAE-16B2-B15729D2A046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chemeClr val="accent6">
                <a:alpha val="41961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05F65F19-A8C3-A07D-BE2F-B62BC47B917F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3" name="楕円 2">
            <a:extLst>
              <a:ext uri="{FF2B5EF4-FFF2-40B4-BE49-F238E27FC236}">
                <a16:creationId xmlns:a16="http://schemas.microsoft.com/office/drawing/2014/main" id="{FAECF903-48AB-42BC-974D-7654D9BAAE56}"/>
              </a:ext>
            </a:extLst>
          </p:cNvPr>
          <p:cNvSpPr/>
          <p:nvPr/>
        </p:nvSpPr>
        <p:spPr>
          <a:xfrm>
            <a:off x="5227293" y="4227513"/>
            <a:ext cx="999038" cy="999038"/>
          </a:xfrm>
          <a:prstGeom prst="ellipse">
            <a:avLst/>
          </a:prstGeom>
          <a:solidFill>
            <a:srgbClr val="CA0C7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BF879080-43C4-5D75-D558-22D0017C5E8F}"/>
              </a:ext>
            </a:extLst>
          </p:cNvPr>
          <p:cNvSpPr/>
          <p:nvPr/>
        </p:nvSpPr>
        <p:spPr>
          <a:xfrm>
            <a:off x="5566915" y="4567135"/>
            <a:ext cx="319794" cy="319794"/>
          </a:xfrm>
          <a:prstGeom prst="ellipse">
            <a:avLst/>
          </a:prstGeom>
          <a:solidFill>
            <a:srgbClr val="FF3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C9DFADFD-7527-C2DD-ECCC-9225A96F739D}"/>
              </a:ext>
            </a:extLst>
          </p:cNvPr>
          <p:cNvSpPr/>
          <p:nvPr/>
        </p:nvSpPr>
        <p:spPr>
          <a:xfrm>
            <a:off x="6038303" y="4227513"/>
            <a:ext cx="999038" cy="999038"/>
          </a:xfrm>
          <a:prstGeom prst="ellipse">
            <a:avLst/>
          </a:prstGeom>
          <a:solidFill>
            <a:srgbClr val="CA0C7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AAD8533B-B6A1-5497-DC67-5708F29A0B95}"/>
              </a:ext>
            </a:extLst>
          </p:cNvPr>
          <p:cNvSpPr/>
          <p:nvPr/>
        </p:nvSpPr>
        <p:spPr>
          <a:xfrm>
            <a:off x="6377925" y="4567135"/>
            <a:ext cx="319794" cy="319794"/>
          </a:xfrm>
          <a:prstGeom prst="ellipse">
            <a:avLst/>
          </a:prstGeom>
          <a:solidFill>
            <a:srgbClr val="FF3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280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1080-428B-61A2-EE98-7F3AA3993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5A0A237F-F91D-BA99-0C41-9FD41DE0ED69}"/>
              </a:ext>
            </a:extLst>
          </p:cNvPr>
          <p:cNvGrpSpPr/>
          <p:nvPr/>
        </p:nvGrpSpPr>
        <p:grpSpPr>
          <a:xfrm>
            <a:off x="4259535" y="2344297"/>
            <a:ext cx="999038" cy="999038"/>
            <a:chOff x="4081030" y="4970897"/>
            <a:chExt cx="1080000" cy="1080000"/>
          </a:xfrm>
        </p:grpSpPr>
        <p:sp>
          <p:nvSpPr>
            <p:cNvPr id="53" name="楕円 52">
              <a:extLst>
                <a:ext uri="{FF2B5EF4-FFF2-40B4-BE49-F238E27FC236}">
                  <a16:creationId xmlns:a16="http://schemas.microsoft.com/office/drawing/2014/main" id="{73035D98-F733-B947-C9BE-284D7E4F505A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4" name="楕円 53">
              <a:extLst>
                <a:ext uri="{FF2B5EF4-FFF2-40B4-BE49-F238E27FC236}">
                  <a16:creationId xmlns:a16="http://schemas.microsoft.com/office/drawing/2014/main" id="{BB3FDEAF-2D21-292D-410A-A976C9BC34CA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13BD459C-24EA-CA03-6AC9-8D0A23C2E927}"/>
              </a:ext>
            </a:extLst>
          </p:cNvPr>
          <p:cNvGrpSpPr/>
          <p:nvPr/>
        </p:nvGrpSpPr>
        <p:grpSpPr>
          <a:xfrm>
            <a:off x="5591118" y="3369435"/>
            <a:ext cx="999038" cy="999038"/>
            <a:chOff x="4081030" y="4970897"/>
            <a:chExt cx="1080000" cy="1080000"/>
          </a:xfrm>
        </p:grpSpPr>
        <p:sp>
          <p:nvSpPr>
            <p:cNvPr id="56" name="楕円 55">
              <a:extLst>
                <a:ext uri="{FF2B5EF4-FFF2-40B4-BE49-F238E27FC236}">
                  <a16:creationId xmlns:a16="http://schemas.microsoft.com/office/drawing/2014/main" id="{CA9743C0-E106-7B55-E627-BB5D07C1C7EC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7" name="楕円 56">
              <a:extLst>
                <a:ext uri="{FF2B5EF4-FFF2-40B4-BE49-F238E27FC236}">
                  <a16:creationId xmlns:a16="http://schemas.microsoft.com/office/drawing/2014/main" id="{D9CD0B1E-3997-6757-C70D-9CC6F457550F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C5113C7A-BE84-38C5-D6C8-703FDDB395B4}"/>
              </a:ext>
            </a:extLst>
          </p:cNvPr>
          <p:cNvGrpSpPr/>
          <p:nvPr/>
        </p:nvGrpSpPr>
        <p:grpSpPr>
          <a:xfrm>
            <a:off x="6240697" y="2743554"/>
            <a:ext cx="999038" cy="999038"/>
            <a:chOff x="4081030" y="4970897"/>
            <a:chExt cx="1080000" cy="1080000"/>
          </a:xfrm>
        </p:grpSpPr>
        <p:sp>
          <p:nvSpPr>
            <p:cNvPr id="59" name="楕円 58">
              <a:extLst>
                <a:ext uri="{FF2B5EF4-FFF2-40B4-BE49-F238E27FC236}">
                  <a16:creationId xmlns:a16="http://schemas.microsoft.com/office/drawing/2014/main" id="{EB07F373-7162-754D-837D-627651B991B6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0" name="楕円 59">
              <a:extLst>
                <a:ext uri="{FF2B5EF4-FFF2-40B4-BE49-F238E27FC236}">
                  <a16:creationId xmlns:a16="http://schemas.microsoft.com/office/drawing/2014/main" id="{DC29734B-1796-0EB3-CA07-1839D3D7626F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EC39C830-E0AE-8ECD-72B7-BC6453F9351A}"/>
              </a:ext>
            </a:extLst>
          </p:cNvPr>
          <p:cNvGrpSpPr/>
          <p:nvPr/>
        </p:nvGrpSpPr>
        <p:grpSpPr>
          <a:xfrm>
            <a:off x="6922701" y="2296935"/>
            <a:ext cx="999038" cy="999038"/>
            <a:chOff x="4081030" y="4970897"/>
            <a:chExt cx="1080000" cy="1080000"/>
          </a:xfrm>
        </p:grpSpPr>
        <p:sp>
          <p:nvSpPr>
            <p:cNvPr id="62" name="楕円 61">
              <a:extLst>
                <a:ext uri="{FF2B5EF4-FFF2-40B4-BE49-F238E27FC236}">
                  <a16:creationId xmlns:a16="http://schemas.microsoft.com/office/drawing/2014/main" id="{3A1D2347-2BE1-AFEA-B02D-22B6A284441B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3" name="楕円 62">
              <a:extLst>
                <a:ext uri="{FF2B5EF4-FFF2-40B4-BE49-F238E27FC236}">
                  <a16:creationId xmlns:a16="http://schemas.microsoft.com/office/drawing/2014/main" id="{483C9BCA-1DE2-5C46-376C-683D87B057C7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239F6F78-C23C-0E8C-57B6-6899E9BF907E}"/>
              </a:ext>
            </a:extLst>
          </p:cNvPr>
          <p:cNvGrpSpPr/>
          <p:nvPr/>
        </p:nvGrpSpPr>
        <p:grpSpPr>
          <a:xfrm>
            <a:off x="5591118" y="2092300"/>
            <a:ext cx="999038" cy="999038"/>
            <a:chOff x="4081030" y="4970897"/>
            <a:chExt cx="1080000" cy="1080000"/>
          </a:xfrm>
        </p:grpSpPr>
        <p:sp>
          <p:nvSpPr>
            <p:cNvPr id="68" name="楕円 67">
              <a:extLst>
                <a:ext uri="{FF2B5EF4-FFF2-40B4-BE49-F238E27FC236}">
                  <a16:creationId xmlns:a16="http://schemas.microsoft.com/office/drawing/2014/main" id="{4B634FA6-7F4D-9ADF-F0EA-ABFDABCAFBAC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9" name="楕円 68">
              <a:extLst>
                <a:ext uri="{FF2B5EF4-FFF2-40B4-BE49-F238E27FC236}">
                  <a16:creationId xmlns:a16="http://schemas.microsoft.com/office/drawing/2014/main" id="{BC4353CE-C379-C2F3-1DD8-4C9F15C35B89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C54D7C97-6A59-E269-48BB-ACCC87539160}"/>
              </a:ext>
            </a:extLst>
          </p:cNvPr>
          <p:cNvGrpSpPr/>
          <p:nvPr/>
        </p:nvGrpSpPr>
        <p:grpSpPr>
          <a:xfrm>
            <a:off x="4993813" y="2751716"/>
            <a:ext cx="999038" cy="999038"/>
            <a:chOff x="4081030" y="4970897"/>
            <a:chExt cx="1080000" cy="1080000"/>
          </a:xfrm>
        </p:grpSpPr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774522C5-C117-A98C-63B1-F60ED06F2DCA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2" name="楕円 71">
              <a:extLst>
                <a:ext uri="{FF2B5EF4-FFF2-40B4-BE49-F238E27FC236}">
                  <a16:creationId xmlns:a16="http://schemas.microsoft.com/office/drawing/2014/main" id="{E0334D17-6170-B68D-9F60-01C473E4B1F0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5DA77EB7-044A-76A1-425F-B1FD5049A8F4}"/>
              </a:ext>
            </a:extLst>
          </p:cNvPr>
          <p:cNvGrpSpPr/>
          <p:nvPr/>
        </p:nvGrpSpPr>
        <p:grpSpPr>
          <a:xfrm>
            <a:off x="5591118" y="5226551"/>
            <a:ext cx="999038" cy="999038"/>
            <a:chOff x="4081030" y="4970897"/>
            <a:chExt cx="1080000" cy="1080000"/>
          </a:xfrm>
        </p:grpSpPr>
        <p:sp>
          <p:nvSpPr>
            <p:cNvPr id="77" name="楕円 76">
              <a:extLst>
                <a:ext uri="{FF2B5EF4-FFF2-40B4-BE49-F238E27FC236}">
                  <a16:creationId xmlns:a16="http://schemas.microsoft.com/office/drawing/2014/main" id="{54F33D79-1536-EA42-6FCA-A170AD631706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chemeClr val="accent6">
                <a:alpha val="41961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4C1FD0B6-10B1-15D9-09E8-86E7393D2245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315CDB9-BECC-D629-07BD-6EE99268D7AC}"/>
              </a:ext>
            </a:extLst>
          </p:cNvPr>
          <p:cNvGrpSpPr/>
          <p:nvPr/>
        </p:nvGrpSpPr>
        <p:grpSpPr>
          <a:xfrm>
            <a:off x="4362035" y="3926059"/>
            <a:ext cx="999038" cy="999038"/>
            <a:chOff x="4081030" y="4970897"/>
            <a:chExt cx="1080000" cy="1080000"/>
          </a:xfrm>
        </p:grpSpPr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03377F67-9E96-5C2D-AEAF-2FC41A4CFE90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730C8DC2-89C8-DA51-A2F8-6B06F75FA82C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F79CB12-8D92-3D53-939B-8DE5F1396403}"/>
              </a:ext>
            </a:extLst>
          </p:cNvPr>
          <p:cNvGrpSpPr/>
          <p:nvPr/>
        </p:nvGrpSpPr>
        <p:grpSpPr>
          <a:xfrm>
            <a:off x="6900113" y="3848392"/>
            <a:ext cx="999038" cy="999038"/>
            <a:chOff x="4081030" y="4970897"/>
            <a:chExt cx="1080000" cy="1080000"/>
          </a:xfrm>
        </p:grpSpPr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AF393F16-2C15-6674-80BA-55E587B3B58C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01B0BC26-D2A5-3B09-FB31-049950729506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B503C7F-490B-86E9-13EA-CCDB5A0C5696}"/>
              </a:ext>
            </a:extLst>
          </p:cNvPr>
          <p:cNvGrpSpPr/>
          <p:nvPr/>
        </p:nvGrpSpPr>
        <p:grpSpPr>
          <a:xfrm>
            <a:off x="5227293" y="4227513"/>
            <a:ext cx="999038" cy="999038"/>
            <a:chOff x="4081030" y="4970897"/>
            <a:chExt cx="1080000" cy="1080000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FA984F62-1766-1BAB-D8C4-7A416157910E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2204ECD2-1A3D-E667-0CF1-1D8817A3D686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FB3DD69-FAA8-D07B-6208-701BDAACECA6}"/>
              </a:ext>
            </a:extLst>
          </p:cNvPr>
          <p:cNvGrpSpPr/>
          <p:nvPr/>
        </p:nvGrpSpPr>
        <p:grpSpPr>
          <a:xfrm>
            <a:off x="6038303" y="4227513"/>
            <a:ext cx="999038" cy="999038"/>
            <a:chOff x="4081030" y="4970897"/>
            <a:chExt cx="1080000" cy="1080000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1740857E-F6E3-DC00-E43D-1AB6AEEA9DB5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B3852635-D316-967D-1444-C61B96A7AA2E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88338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AFB0F-5AFB-8CBC-035F-3AD36A284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E2625C8D-6527-AAC6-945E-36FE7FAF7FDC}"/>
              </a:ext>
            </a:extLst>
          </p:cNvPr>
          <p:cNvGrpSpPr/>
          <p:nvPr/>
        </p:nvGrpSpPr>
        <p:grpSpPr>
          <a:xfrm>
            <a:off x="5091599" y="2751716"/>
            <a:ext cx="999038" cy="999038"/>
            <a:chOff x="4081030" y="4970897"/>
            <a:chExt cx="1080000" cy="1080000"/>
          </a:xfrm>
        </p:grpSpPr>
        <p:sp>
          <p:nvSpPr>
            <p:cNvPr id="53" name="楕円 52">
              <a:extLst>
                <a:ext uri="{FF2B5EF4-FFF2-40B4-BE49-F238E27FC236}">
                  <a16:creationId xmlns:a16="http://schemas.microsoft.com/office/drawing/2014/main" id="{885E2332-4261-E9DF-F311-8766B738F19C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4" name="楕円 53">
              <a:extLst>
                <a:ext uri="{FF2B5EF4-FFF2-40B4-BE49-F238E27FC236}">
                  <a16:creationId xmlns:a16="http://schemas.microsoft.com/office/drawing/2014/main" id="{E2CD1171-3AE1-635C-DDD1-F6AC95B1FF11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EA17B479-C4A5-33FA-4FDE-B6F141841175}"/>
              </a:ext>
            </a:extLst>
          </p:cNvPr>
          <p:cNvGrpSpPr/>
          <p:nvPr/>
        </p:nvGrpSpPr>
        <p:grpSpPr>
          <a:xfrm>
            <a:off x="5591118" y="4411735"/>
            <a:ext cx="999038" cy="999038"/>
            <a:chOff x="4081030" y="4970897"/>
            <a:chExt cx="1080000" cy="1080000"/>
          </a:xfrm>
        </p:grpSpPr>
        <p:sp>
          <p:nvSpPr>
            <p:cNvPr id="56" name="楕円 55">
              <a:extLst>
                <a:ext uri="{FF2B5EF4-FFF2-40B4-BE49-F238E27FC236}">
                  <a16:creationId xmlns:a16="http://schemas.microsoft.com/office/drawing/2014/main" id="{5E9E79F0-0C9A-AD3D-5BD5-2A7A5077CCEF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7" name="楕円 56">
              <a:extLst>
                <a:ext uri="{FF2B5EF4-FFF2-40B4-BE49-F238E27FC236}">
                  <a16:creationId xmlns:a16="http://schemas.microsoft.com/office/drawing/2014/main" id="{738184F5-6E23-F955-8786-827446C1B94F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428B6A54-0586-3EFC-7E9B-2D3F4A1CFF65}"/>
              </a:ext>
            </a:extLst>
          </p:cNvPr>
          <p:cNvGrpSpPr/>
          <p:nvPr/>
        </p:nvGrpSpPr>
        <p:grpSpPr>
          <a:xfrm>
            <a:off x="6116754" y="3528189"/>
            <a:ext cx="999038" cy="999038"/>
            <a:chOff x="4081030" y="4970897"/>
            <a:chExt cx="1080000" cy="1080000"/>
          </a:xfrm>
        </p:grpSpPr>
        <p:sp>
          <p:nvSpPr>
            <p:cNvPr id="59" name="楕円 58">
              <a:extLst>
                <a:ext uri="{FF2B5EF4-FFF2-40B4-BE49-F238E27FC236}">
                  <a16:creationId xmlns:a16="http://schemas.microsoft.com/office/drawing/2014/main" id="{7D3691CE-5356-228B-B4A6-AEEFB9526997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0" name="楕円 59">
              <a:extLst>
                <a:ext uri="{FF2B5EF4-FFF2-40B4-BE49-F238E27FC236}">
                  <a16:creationId xmlns:a16="http://schemas.microsoft.com/office/drawing/2014/main" id="{59717036-1323-5997-CDCE-4B11C12872EF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B293DF74-A1AD-E874-C6A4-68D2B8A6AF0E}"/>
              </a:ext>
            </a:extLst>
          </p:cNvPr>
          <p:cNvGrpSpPr/>
          <p:nvPr/>
        </p:nvGrpSpPr>
        <p:grpSpPr>
          <a:xfrm>
            <a:off x="6090637" y="2703884"/>
            <a:ext cx="999038" cy="999038"/>
            <a:chOff x="4081030" y="4970897"/>
            <a:chExt cx="1080000" cy="1080000"/>
          </a:xfrm>
        </p:grpSpPr>
        <p:sp>
          <p:nvSpPr>
            <p:cNvPr id="62" name="楕円 61">
              <a:extLst>
                <a:ext uri="{FF2B5EF4-FFF2-40B4-BE49-F238E27FC236}">
                  <a16:creationId xmlns:a16="http://schemas.microsoft.com/office/drawing/2014/main" id="{88BD2B77-0A26-A130-F5C7-D27301F88243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3" name="楕円 62">
              <a:extLst>
                <a:ext uri="{FF2B5EF4-FFF2-40B4-BE49-F238E27FC236}">
                  <a16:creationId xmlns:a16="http://schemas.microsoft.com/office/drawing/2014/main" id="{9D1C7A89-C15D-C64D-0BB5-1FF536FC5139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34CE0716-3168-CCCD-2E03-0564146593BE}"/>
              </a:ext>
            </a:extLst>
          </p:cNvPr>
          <p:cNvGrpSpPr/>
          <p:nvPr/>
        </p:nvGrpSpPr>
        <p:grpSpPr>
          <a:xfrm>
            <a:off x="5591118" y="2092300"/>
            <a:ext cx="999038" cy="999038"/>
            <a:chOff x="4081030" y="4970897"/>
            <a:chExt cx="1080000" cy="1080000"/>
          </a:xfrm>
        </p:grpSpPr>
        <p:sp>
          <p:nvSpPr>
            <p:cNvPr id="68" name="楕円 67">
              <a:extLst>
                <a:ext uri="{FF2B5EF4-FFF2-40B4-BE49-F238E27FC236}">
                  <a16:creationId xmlns:a16="http://schemas.microsoft.com/office/drawing/2014/main" id="{6461B07B-DF69-CB5E-531C-14C5D105CE4C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9" name="楕円 68">
              <a:extLst>
                <a:ext uri="{FF2B5EF4-FFF2-40B4-BE49-F238E27FC236}">
                  <a16:creationId xmlns:a16="http://schemas.microsoft.com/office/drawing/2014/main" id="{AA18FC8F-FF10-6FE2-8D32-A70199AD0883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FBA02B7F-5CB1-0182-D924-3D61B5D68F5E}"/>
              </a:ext>
            </a:extLst>
          </p:cNvPr>
          <p:cNvGrpSpPr/>
          <p:nvPr/>
        </p:nvGrpSpPr>
        <p:grpSpPr>
          <a:xfrm>
            <a:off x="5149829" y="3505779"/>
            <a:ext cx="999038" cy="999038"/>
            <a:chOff x="4081030" y="4970897"/>
            <a:chExt cx="1080000" cy="1080000"/>
          </a:xfrm>
        </p:grpSpPr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27E2060F-C32F-AA8F-C3DA-802E95F82E93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2" name="楕円 71">
              <a:extLst>
                <a:ext uri="{FF2B5EF4-FFF2-40B4-BE49-F238E27FC236}">
                  <a16:creationId xmlns:a16="http://schemas.microsoft.com/office/drawing/2014/main" id="{FF879F00-D2DC-966D-67A6-8D6F5240D061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32972CC0-D061-BC83-31FC-0F84E4E88D69}"/>
              </a:ext>
            </a:extLst>
          </p:cNvPr>
          <p:cNvGrpSpPr/>
          <p:nvPr/>
        </p:nvGrpSpPr>
        <p:grpSpPr>
          <a:xfrm>
            <a:off x="5591118" y="5226551"/>
            <a:ext cx="999038" cy="999038"/>
            <a:chOff x="4081030" y="4970897"/>
            <a:chExt cx="1080000" cy="1080000"/>
          </a:xfrm>
        </p:grpSpPr>
        <p:sp>
          <p:nvSpPr>
            <p:cNvPr id="77" name="楕円 76">
              <a:extLst>
                <a:ext uri="{FF2B5EF4-FFF2-40B4-BE49-F238E27FC236}">
                  <a16:creationId xmlns:a16="http://schemas.microsoft.com/office/drawing/2014/main" id="{33517E42-1141-94A8-2E31-3E164FA1A6F9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chemeClr val="accent6">
                <a:alpha val="41961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2EE5A3EC-93C8-965C-3056-A256E44D5B6A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9F784E3-049F-C289-896A-5D0D96DD956D}"/>
              </a:ext>
            </a:extLst>
          </p:cNvPr>
          <p:cNvGrpSpPr/>
          <p:nvPr/>
        </p:nvGrpSpPr>
        <p:grpSpPr>
          <a:xfrm>
            <a:off x="4306881" y="3600701"/>
            <a:ext cx="999038" cy="999038"/>
            <a:chOff x="4081030" y="4970897"/>
            <a:chExt cx="1080000" cy="1080000"/>
          </a:xfrm>
        </p:grpSpPr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6F3D6532-4413-96AE-B232-0188F42A996E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620F99B3-8257-CB49-1741-B8BA24FB5BDC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AEA7F300-C8A8-5601-ADC1-59A768D9AF5B}"/>
              </a:ext>
            </a:extLst>
          </p:cNvPr>
          <p:cNvGrpSpPr/>
          <p:nvPr/>
        </p:nvGrpSpPr>
        <p:grpSpPr>
          <a:xfrm>
            <a:off x="6923782" y="3603004"/>
            <a:ext cx="999038" cy="999038"/>
            <a:chOff x="4081030" y="4970897"/>
            <a:chExt cx="1080000" cy="1080000"/>
          </a:xfrm>
        </p:grpSpPr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D2846A1A-7F74-6B92-732A-7675A5951A83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B6E865EC-1D94-F75E-A0AC-AF2DBE4C3BE4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173F291-7DBD-9F71-99A6-E8B76348BB00}"/>
              </a:ext>
            </a:extLst>
          </p:cNvPr>
          <p:cNvGrpSpPr/>
          <p:nvPr/>
        </p:nvGrpSpPr>
        <p:grpSpPr>
          <a:xfrm>
            <a:off x="4791280" y="4227513"/>
            <a:ext cx="999038" cy="999038"/>
            <a:chOff x="4081030" y="4970897"/>
            <a:chExt cx="1080000" cy="1080000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FE9B2FCA-3EC1-A74E-D0AF-D39EB5091660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9DD48DB3-7A44-C242-6ABF-52EBE685FB8E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95FADCA-50CF-C4A5-38E5-CE0E63AF7C81}"/>
              </a:ext>
            </a:extLst>
          </p:cNvPr>
          <p:cNvGrpSpPr/>
          <p:nvPr/>
        </p:nvGrpSpPr>
        <p:grpSpPr>
          <a:xfrm>
            <a:off x="6456376" y="4227513"/>
            <a:ext cx="999038" cy="999038"/>
            <a:chOff x="4081030" y="4970897"/>
            <a:chExt cx="1080000" cy="1080000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1D1CAE36-046A-EEA5-2A62-82F02813148E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F890C32C-0CDE-30BE-C588-ECBE557A3E79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6611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2647D-AA00-45CF-F20F-A2C905237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0D1EE820-86A2-52CB-2052-F06882306BBE}"/>
              </a:ext>
            </a:extLst>
          </p:cNvPr>
          <p:cNvGrpSpPr/>
          <p:nvPr/>
        </p:nvGrpSpPr>
        <p:grpSpPr>
          <a:xfrm>
            <a:off x="5091599" y="2154475"/>
            <a:ext cx="999038" cy="999038"/>
            <a:chOff x="4081030" y="4970897"/>
            <a:chExt cx="1080000" cy="1080000"/>
          </a:xfrm>
        </p:grpSpPr>
        <p:sp>
          <p:nvSpPr>
            <p:cNvPr id="53" name="楕円 52">
              <a:extLst>
                <a:ext uri="{FF2B5EF4-FFF2-40B4-BE49-F238E27FC236}">
                  <a16:creationId xmlns:a16="http://schemas.microsoft.com/office/drawing/2014/main" id="{2864FA32-A463-9815-020D-B560454CABBC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4" name="楕円 53">
              <a:extLst>
                <a:ext uri="{FF2B5EF4-FFF2-40B4-BE49-F238E27FC236}">
                  <a16:creationId xmlns:a16="http://schemas.microsoft.com/office/drawing/2014/main" id="{E7EA4433-78AF-8CDD-D96C-11CD65CB4661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208AE4C3-58A6-2D28-8186-B882A7D48E3B}"/>
              </a:ext>
            </a:extLst>
          </p:cNvPr>
          <p:cNvGrpSpPr/>
          <p:nvPr/>
        </p:nvGrpSpPr>
        <p:grpSpPr>
          <a:xfrm>
            <a:off x="5591118" y="4411735"/>
            <a:ext cx="999038" cy="999038"/>
            <a:chOff x="4081030" y="4970897"/>
            <a:chExt cx="1080000" cy="1080000"/>
          </a:xfrm>
        </p:grpSpPr>
        <p:sp>
          <p:nvSpPr>
            <p:cNvPr id="56" name="楕円 55">
              <a:extLst>
                <a:ext uri="{FF2B5EF4-FFF2-40B4-BE49-F238E27FC236}">
                  <a16:creationId xmlns:a16="http://schemas.microsoft.com/office/drawing/2014/main" id="{DF962B03-EC1A-7F4B-F8A1-4AC2EF7E86C5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7" name="楕円 56">
              <a:extLst>
                <a:ext uri="{FF2B5EF4-FFF2-40B4-BE49-F238E27FC236}">
                  <a16:creationId xmlns:a16="http://schemas.microsoft.com/office/drawing/2014/main" id="{49D4A25E-1E0C-822E-E5F0-FD4BE1385097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16924C96-1D86-E081-1186-5AAA0DFF38DD}"/>
              </a:ext>
            </a:extLst>
          </p:cNvPr>
          <p:cNvGrpSpPr/>
          <p:nvPr/>
        </p:nvGrpSpPr>
        <p:grpSpPr>
          <a:xfrm>
            <a:off x="6090637" y="2106643"/>
            <a:ext cx="999038" cy="999038"/>
            <a:chOff x="4081030" y="4970897"/>
            <a:chExt cx="1080000" cy="1080000"/>
          </a:xfrm>
        </p:grpSpPr>
        <p:sp>
          <p:nvSpPr>
            <p:cNvPr id="62" name="楕円 61">
              <a:extLst>
                <a:ext uri="{FF2B5EF4-FFF2-40B4-BE49-F238E27FC236}">
                  <a16:creationId xmlns:a16="http://schemas.microsoft.com/office/drawing/2014/main" id="{8E607D58-3D1E-CA22-9653-239D8C281300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3" name="楕円 62">
              <a:extLst>
                <a:ext uri="{FF2B5EF4-FFF2-40B4-BE49-F238E27FC236}">
                  <a16:creationId xmlns:a16="http://schemas.microsoft.com/office/drawing/2014/main" id="{6803131E-F98B-104C-E5C9-00FFB30B4B38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26690E2B-D0E3-5660-24F9-70162BB00FC9}"/>
              </a:ext>
            </a:extLst>
          </p:cNvPr>
          <p:cNvGrpSpPr/>
          <p:nvPr/>
        </p:nvGrpSpPr>
        <p:grpSpPr>
          <a:xfrm>
            <a:off x="5591118" y="5226551"/>
            <a:ext cx="999038" cy="999038"/>
            <a:chOff x="4081030" y="4970897"/>
            <a:chExt cx="1080000" cy="1080000"/>
          </a:xfrm>
        </p:grpSpPr>
        <p:sp>
          <p:nvSpPr>
            <p:cNvPr id="77" name="楕円 76">
              <a:extLst>
                <a:ext uri="{FF2B5EF4-FFF2-40B4-BE49-F238E27FC236}">
                  <a16:creationId xmlns:a16="http://schemas.microsoft.com/office/drawing/2014/main" id="{95542863-54F3-B155-F691-3C258C1B4B0F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chemeClr val="accent6">
                <a:alpha val="41961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D7A88731-819F-6339-C6DC-2C170996CCE6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1039B0C1-4476-EBED-E6FD-27045522B7D8}"/>
              </a:ext>
            </a:extLst>
          </p:cNvPr>
          <p:cNvGrpSpPr/>
          <p:nvPr/>
        </p:nvGrpSpPr>
        <p:grpSpPr>
          <a:xfrm>
            <a:off x="6098193" y="3527210"/>
            <a:ext cx="999038" cy="999038"/>
            <a:chOff x="4081030" y="4970897"/>
            <a:chExt cx="1080000" cy="1080000"/>
          </a:xfrm>
        </p:grpSpPr>
        <p:sp>
          <p:nvSpPr>
            <p:cNvPr id="59" name="楕円 58">
              <a:extLst>
                <a:ext uri="{FF2B5EF4-FFF2-40B4-BE49-F238E27FC236}">
                  <a16:creationId xmlns:a16="http://schemas.microsoft.com/office/drawing/2014/main" id="{B03DBEA2-73B9-AC38-487F-687B783E6EB0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0" name="楕円 59">
              <a:extLst>
                <a:ext uri="{FF2B5EF4-FFF2-40B4-BE49-F238E27FC236}">
                  <a16:creationId xmlns:a16="http://schemas.microsoft.com/office/drawing/2014/main" id="{174CA10A-C904-431F-B8C8-ED7CB583BC00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9718A406-06F7-C951-1C25-1C23345D1980}"/>
              </a:ext>
            </a:extLst>
          </p:cNvPr>
          <p:cNvGrpSpPr/>
          <p:nvPr/>
        </p:nvGrpSpPr>
        <p:grpSpPr>
          <a:xfrm>
            <a:off x="5591118" y="2854778"/>
            <a:ext cx="999038" cy="999038"/>
            <a:chOff x="4081030" y="4970897"/>
            <a:chExt cx="1080000" cy="1080000"/>
          </a:xfrm>
        </p:grpSpPr>
        <p:sp>
          <p:nvSpPr>
            <p:cNvPr id="68" name="楕円 67">
              <a:extLst>
                <a:ext uri="{FF2B5EF4-FFF2-40B4-BE49-F238E27FC236}">
                  <a16:creationId xmlns:a16="http://schemas.microsoft.com/office/drawing/2014/main" id="{38D4C984-8143-56D7-E7CB-813CBCB4EB5F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9" name="楕円 68">
              <a:extLst>
                <a:ext uri="{FF2B5EF4-FFF2-40B4-BE49-F238E27FC236}">
                  <a16:creationId xmlns:a16="http://schemas.microsoft.com/office/drawing/2014/main" id="{65E1BA3E-EF08-356D-C628-E7F0D1FF73F9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E19DFE3D-9C0C-4D68-69C6-AED5A544AB19}"/>
              </a:ext>
            </a:extLst>
          </p:cNvPr>
          <p:cNvGrpSpPr/>
          <p:nvPr/>
        </p:nvGrpSpPr>
        <p:grpSpPr>
          <a:xfrm>
            <a:off x="5065629" y="3492773"/>
            <a:ext cx="999038" cy="999038"/>
            <a:chOff x="4081030" y="4970897"/>
            <a:chExt cx="1080000" cy="1080000"/>
          </a:xfrm>
        </p:grpSpPr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70CA60B8-89ED-EC8D-7054-6617B1343810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2" name="楕円 71">
              <a:extLst>
                <a:ext uri="{FF2B5EF4-FFF2-40B4-BE49-F238E27FC236}">
                  <a16:creationId xmlns:a16="http://schemas.microsoft.com/office/drawing/2014/main" id="{4E736381-F4E5-302E-DFC6-E8E8CA01C1F3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BC4B7D4-2C6C-9CB5-F1D0-BC763F47A58F}"/>
              </a:ext>
            </a:extLst>
          </p:cNvPr>
          <p:cNvGrpSpPr/>
          <p:nvPr/>
        </p:nvGrpSpPr>
        <p:grpSpPr>
          <a:xfrm>
            <a:off x="4126087" y="3172979"/>
            <a:ext cx="999038" cy="999038"/>
            <a:chOff x="4081030" y="4970897"/>
            <a:chExt cx="1080000" cy="1080000"/>
          </a:xfrm>
        </p:grpSpPr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88452EAB-AD12-7F3D-54C9-9366AD94485E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2E913F04-94B0-811D-EF73-2D43F0EFCD98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AA45C63C-364A-3355-13F6-70456FF262EB}"/>
              </a:ext>
            </a:extLst>
          </p:cNvPr>
          <p:cNvGrpSpPr/>
          <p:nvPr/>
        </p:nvGrpSpPr>
        <p:grpSpPr>
          <a:xfrm>
            <a:off x="7008468" y="3161177"/>
            <a:ext cx="999038" cy="999038"/>
            <a:chOff x="4081030" y="4970897"/>
            <a:chExt cx="1080000" cy="1080000"/>
          </a:xfrm>
        </p:grpSpPr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F1E0C886-CC4C-B792-7B30-095024659588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4FFD3BD0-75F5-295D-CBD1-208CCE1312CE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AC96B45-57A5-1FD6-685F-1800E690FF7C}"/>
              </a:ext>
            </a:extLst>
          </p:cNvPr>
          <p:cNvGrpSpPr/>
          <p:nvPr/>
        </p:nvGrpSpPr>
        <p:grpSpPr>
          <a:xfrm>
            <a:off x="4791280" y="4227513"/>
            <a:ext cx="999038" cy="999038"/>
            <a:chOff x="4081030" y="4970897"/>
            <a:chExt cx="1080000" cy="1080000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1181FCCF-C4BF-2525-B2A9-E068C5953DEB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73D9FEBB-8484-2AD9-AFDB-6D8350C9C24C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EC49F3A-4519-EE8A-FCF4-EC8427DDF60F}"/>
              </a:ext>
            </a:extLst>
          </p:cNvPr>
          <p:cNvGrpSpPr/>
          <p:nvPr/>
        </p:nvGrpSpPr>
        <p:grpSpPr>
          <a:xfrm>
            <a:off x="6456376" y="4227513"/>
            <a:ext cx="999038" cy="999038"/>
            <a:chOff x="4081030" y="4970897"/>
            <a:chExt cx="1080000" cy="1080000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C2B706BA-5E5A-C111-35DA-16B706ED026F}"/>
                </a:ext>
              </a:extLst>
            </p:cNvPr>
            <p:cNvSpPr/>
            <p:nvPr/>
          </p:nvSpPr>
          <p:spPr>
            <a:xfrm>
              <a:off x="4081030" y="4970897"/>
              <a:ext cx="1080000" cy="1080000"/>
            </a:xfrm>
            <a:prstGeom prst="ellipse">
              <a:avLst/>
            </a:prstGeom>
            <a:solidFill>
              <a:srgbClr val="CA0C70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DCC8F030-42FE-C250-32A3-C690F57C4C80}"/>
                </a:ext>
              </a:extLst>
            </p:cNvPr>
            <p:cNvSpPr/>
            <p:nvPr/>
          </p:nvSpPr>
          <p:spPr>
            <a:xfrm>
              <a:off x="4448175" y="5338042"/>
              <a:ext cx="345710" cy="3457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47241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B7E96-F64B-DA5D-BFEE-FDF7EE973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楕円 52">
            <a:extLst>
              <a:ext uri="{FF2B5EF4-FFF2-40B4-BE49-F238E27FC236}">
                <a16:creationId xmlns:a16="http://schemas.microsoft.com/office/drawing/2014/main" id="{4BFF4207-A571-F617-F1A9-9241AED28061}"/>
              </a:ext>
            </a:extLst>
          </p:cNvPr>
          <p:cNvSpPr/>
          <p:nvPr/>
        </p:nvSpPr>
        <p:spPr>
          <a:xfrm>
            <a:off x="5091599" y="2152977"/>
            <a:ext cx="999038" cy="999038"/>
          </a:xfrm>
          <a:prstGeom prst="ellipse">
            <a:avLst/>
          </a:prstGeom>
          <a:solidFill>
            <a:srgbClr val="CA0C70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9169F4ED-D7E2-37C3-B2E9-A0EE00048392}"/>
              </a:ext>
            </a:extLst>
          </p:cNvPr>
          <p:cNvSpPr/>
          <p:nvPr/>
        </p:nvSpPr>
        <p:spPr>
          <a:xfrm>
            <a:off x="5431221" y="2492599"/>
            <a:ext cx="319794" cy="3197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3D4AE5CB-DDE7-31D9-A93B-51534BF1F19A}"/>
              </a:ext>
            </a:extLst>
          </p:cNvPr>
          <p:cNvSpPr/>
          <p:nvPr/>
        </p:nvSpPr>
        <p:spPr>
          <a:xfrm>
            <a:off x="5591118" y="4411735"/>
            <a:ext cx="999038" cy="999038"/>
          </a:xfrm>
          <a:prstGeom prst="ellipse">
            <a:avLst/>
          </a:prstGeom>
          <a:solidFill>
            <a:srgbClr val="CA0C70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C19C23B5-3715-224A-6E61-6817274202D9}"/>
              </a:ext>
            </a:extLst>
          </p:cNvPr>
          <p:cNvSpPr/>
          <p:nvPr/>
        </p:nvSpPr>
        <p:spPr>
          <a:xfrm>
            <a:off x="5930740" y="4751357"/>
            <a:ext cx="319794" cy="3197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070308C2-AC9E-C8C3-D64E-617D94A680FA}"/>
              </a:ext>
            </a:extLst>
          </p:cNvPr>
          <p:cNvSpPr/>
          <p:nvPr/>
        </p:nvSpPr>
        <p:spPr>
          <a:xfrm>
            <a:off x="6090637" y="2105145"/>
            <a:ext cx="999038" cy="999038"/>
          </a:xfrm>
          <a:prstGeom prst="ellipse">
            <a:avLst/>
          </a:prstGeom>
          <a:solidFill>
            <a:srgbClr val="CA0C70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AC37F154-51BE-A5D9-07D2-D423D2053118}"/>
              </a:ext>
            </a:extLst>
          </p:cNvPr>
          <p:cNvSpPr/>
          <p:nvPr/>
        </p:nvSpPr>
        <p:spPr>
          <a:xfrm>
            <a:off x="6430259" y="2444767"/>
            <a:ext cx="319794" cy="3197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7" name="楕円 76">
            <a:extLst>
              <a:ext uri="{FF2B5EF4-FFF2-40B4-BE49-F238E27FC236}">
                <a16:creationId xmlns:a16="http://schemas.microsoft.com/office/drawing/2014/main" id="{C876793B-1EBA-D10F-6E45-05FFEC050437}"/>
              </a:ext>
            </a:extLst>
          </p:cNvPr>
          <p:cNvSpPr/>
          <p:nvPr/>
        </p:nvSpPr>
        <p:spPr>
          <a:xfrm>
            <a:off x="5591118" y="5226551"/>
            <a:ext cx="999038" cy="999038"/>
          </a:xfrm>
          <a:prstGeom prst="ellipse">
            <a:avLst/>
          </a:prstGeom>
          <a:solidFill>
            <a:schemeClr val="accent6">
              <a:alpha val="4196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FBB54F8D-95DA-2DC3-1105-B4808024CFE0}"/>
              </a:ext>
            </a:extLst>
          </p:cNvPr>
          <p:cNvSpPr/>
          <p:nvPr/>
        </p:nvSpPr>
        <p:spPr>
          <a:xfrm>
            <a:off x="5930740" y="5566173"/>
            <a:ext cx="319794" cy="319794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22B91EFB-2073-C4EC-1EFA-59AE305F0555}"/>
              </a:ext>
            </a:extLst>
          </p:cNvPr>
          <p:cNvSpPr/>
          <p:nvPr/>
        </p:nvSpPr>
        <p:spPr>
          <a:xfrm flipV="1">
            <a:off x="6420696" y="2996615"/>
            <a:ext cx="999038" cy="999038"/>
          </a:xfrm>
          <a:prstGeom prst="ellipse">
            <a:avLst/>
          </a:prstGeom>
          <a:solidFill>
            <a:srgbClr val="CA0C70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10AAE819-24AC-57B9-950D-A7C4FD92435E}"/>
              </a:ext>
            </a:extLst>
          </p:cNvPr>
          <p:cNvSpPr/>
          <p:nvPr/>
        </p:nvSpPr>
        <p:spPr>
          <a:xfrm flipV="1">
            <a:off x="6760318" y="3336237"/>
            <a:ext cx="319794" cy="3197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DFE61E13-589D-ACE3-8EA2-09C669440EE9}"/>
              </a:ext>
            </a:extLst>
          </p:cNvPr>
          <p:cNvSpPr/>
          <p:nvPr/>
        </p:nvSpPr>
        <p:spPr>
          <a:xfrm flipV="1">
            <a:off x="5600643" y="3484314"/>
            <a:ext cx="999038" cy="999038"/>
          </a:xfrm>
          <a:prstGeom prst="ellipse">
            <a:avLst/>
          </a:prstGeom>
          <a:solidFill>
            <a:srgbClr val="CA0C70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F7C7DA1F-25B9-156E-02BC-EDC3C6814D3B}"/>
              </a:ext>
            </a:extLst>
          </p:cNvPr>
          <p:cNvSpPr/>
          <p:nvPr/>
        </p:nvSpPr>
        <p:spPr>
          <a:xfrm flipV="1">
            <a:off x="5940265" y="3823936"/>
            <a:ext cx="319794" cy="3197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0DFA7294-61E6-0400-9029-6E69807C96E1}"/>
              </a:ext>
            </a:extLst>
          </p:cNvPr>
          <p:cNvSpPr/>
          <p:nvPr/>
        </p:nvSpPr>
        <p:spPr>
          <a:xfrm flipV="1">
            <a:off x="4828781" y="2970595"/>
            <a:ext cx="999038" cy="999038"/>
          </a:xfrm>
          <a:prstGeom prst="ellipse">
            <a:avLst/>
          </a:prstGeom>
          <a:solidFill>
            <a:srgbClr val="CA0C70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EF8500A6-00AC-74BE-3423-A316B60F6F0B}"/>
              </a:ext>
            </a:extLst>
          </p:cNvPr>
          <p:cNvSpPr/>
          <p:nvPr/>
        </p:nvSpPr>
        <p:spPr>
          <a:xfrm flipV="1">
            <a:off x="5168403" y="3310217"/>
            <a:ext cx="319794" cy="3197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F61AC349-2D50-8DDE-2DDA-E55AAD6149DD}"/>
              </a:ext>
            </a:extLst>
          </p:cNvPr>
          <p:cNvSpPr/>
          <p:nvPr/>
        </p:nvSpPr>
        <p:spPr>
          <a:xfrm flipV="1">
            <a:off x="4031452" y="3591251"/>
            <a:ext cx="999038" cy="999038"/>
          </a:xfrm>
          <a:prstGeom prst="ellipse">
            <a:avLst/>
          </a:prstGeom>
          <a:solidFill>
            <a:srgbClr val="CA0C70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551E121F-1774-DE2E-F44D-2B5D14A20694}"/>
              </a:ext>
            </a:extLst>
          </p:cNvPr>
          <p:cNvSpPr/>
          <p:nvPr/>
        </p:nvSpPr>
        <p:spPr>
          <a:xfrm flipV="1">
            <a:off x="4371074" y="3930873"/>
            <a:ext cx="319794" cy="3197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00EBBF70-CD40-D615-B5E5-CD4B02DADAC6}"/>
              </a:ext>
            </a:extLst>
          </p:cNvPr>
          <p:cNvSpPr/>
          <p:nvPr/>
        </p:nvSpPr>
        <p:spPr>
          <a:xfrm flipV="1">
            <a:off x="7217459" y="3598614"/>
            <a:ext cx="999038" cy="999038"/>
          </a:xfrm>
          <a:prstGeom prst="ellipse">
            <a:avLst/>
          </a:prstGeom>
          <a:solidFill>
            <a:srgbClr val="CA0C70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10E39A76-90CA-9FDA-D04E-1AFB69FC7B30}"/>
              </a:ext>
            </a:extLst>
          </p:cNvPr>
          <p:cNvSpPr/>
          <p:nvPr/>
        </p:nvSpPr>
        <p:spPr>
          <a:xfrm flipV="1">
            <a:off x="7557081" y="3938236"/>
            <a:ext cx="319794" cy="3197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5165D9D9-E995-7E53-25E2-55D032F3A19A}"/>
              </a:ext>
            </a:extLst>
          </p:cNvPr>
          <p:cNvSpPr/>
          <p:nvPr/>
        </p:nvSpPr>
        <p:spPr>
          <a:xfrm>
            <a:off x="4791280" y="4227513"/>
            <a:ext cx="999038" cy="999038"/>
          </a:xfrm>
          <a:prstGeom prst="ellipse">
            <a:avLst/>
          </a:prstGeom>
          <a:solidFill>
            <a:srgbClr val="CA0C70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DD21C6CD-D8E3-AE22-29FD-A31F188D5C02}"/>
              </a:ext>
            </a:extLst>
          </p:cNvPr>
          <p:cNvSpPr/>
          <p:nvPr/>
        </p:nvSpPr>
        <p:spPr>
          <a:xfrm>
            <a:off x="5130902" y="4567135"/>
            <a:ext cx="319794" cy="3197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467D80D4-DC60-762D-5196-F80061FEF722}"/>
              </a:ext>
            </a:extLst>
          </p:cNvPr>
          <p:cNvSpPr/>
          <p:nvPr/>
        </p:nvSpPr>
        <p:spPr>
          <a:xfrm>
            <a:off x="6456376" y="4227513"/>
            <a:ext cx="999038" cy="999038"/>
          </a:xfrm>
          <a:prstGeom prst="ellipse">
            <a:avLst/>
          </a:prstGeom>
          <a:solidFill>
            <a:srgbClr val="CA0C70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3AC2934E-2C59-6981-F6E7-253B15B6798D}"/>
              </a:ext>
            </a:extLst>
          </p:cNvPr>
          <p:cNvSpPr/>
          <p:nvPr/>
        </p:nvSpPr>
        <p:spPr>
          <a:xfrm>
            <a:off x="6795998" y="4567135"/>
            <a:ext cx="319794" cy="3197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49194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E2B9218-F688-9361-3CCE-BE9D02A5FB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3711" y="232974"/>
            <a:ext cx="1870608" cy="1870608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102F12-B244-58F8-6519-B96A170924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68984" y="232974"/>
            <a:ext cx="1870608" cy="1870608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BF91D75-59CC-16BB-232B-1C69C4493A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24257" y="232974"/>
            <a:ext cx="1870608" cy="1870608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5B65EC0-E5BA-B540-5ADC-EE4840290A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79530" y="232974"/>
            <a:ext cx="1870608" cy="1870608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75E30CE-4AEA-7C94-F1DE-F10D92B9F9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3711" y="2417496"/>
            <a:ext cx="1870608" cy="1870608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B57CC68-1B73-E8E5-639D-4506945B12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68984" y="2417496"/>
            <a:ext cx="1870608" cy="1870608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07B89E6-9AB2-033C-9769-94E816710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24257" y="2417496"/>
            <a:ext cx="1870608" cy="1870608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68E5168-EA91-3FAD-8CCC-808721A00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79530" y="2417496"/>
            <a:ext cx="1870608" cy="1870608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9950B81-D78A-0AF1-6B36-CCA882088B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3711" y="4602018"/>
            <a:ext cx="1870608" cy="1870608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B734803-23F0-140B-C53C-5E5A97C884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68984" y="4602018"/>
            <a:ext cx="1870608" cy="1870608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E461FFA-D402-5E16-7DD4-11CECD1CE6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24257" y="4602018"/>
            <a:ext cx="1870608" cy="1870608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D970B87-4FB0-078D-D081-AF0C874FD1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79530" y="4602018"/>
            <a:ext cx="1870608" cy="1870608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フリーフォーム: 図形 42" descr="いかり 単色塗りつぶし">
            <a:extLst>
              <a:ext uri="{FF2B5EF4-FFF2-40B4-BE49-F238E27FC236}">
                <a16:creationId xmlns:a16="http://schemas.microsoft.com/office/drawing/2014/main" id="{A08CA00A-F2FC-39F7-04AB-17247D7F30BE}"/>
              </a:ext>
            </a:extLst>
          </p:cNvPr>
          <p:cNvSpPr/>
          <p:nvPr/>
        </p:nvSpPr>
        <p:spPr>
          <a:xfrm>
            <a:off x="903420" y="388858"/>
            <a:ext cx="1091188" cy="1112916"/>
          </a:xfrm>
          <a:custGeom>
            <a:avLst/>
            <a:gdLst>
              <a:gd name="csX0" fmla="*/ 545594 w 1091188"/>
              <a:gd name="csY0" fmla="*/ 116913 h 1112916"/>
              <a:gd name="csX1" fmla="*/ 467652 w 1091188"/>
              <a:gd name="csY1" fmla="*/ 194855 h 1112916"/>
              <a:gd name="csX2" fmla="*/ 545594 w 1091188"/>
              <a:gd name="csY2" fmla="*/ 272797 h 1112916"/>
              <a:gd name="csX3" fmla="*/ 623536 w 1091188"/>
              <a:gd name="csY3" fmla="*/ 194855 h 1112916"/>
              <a:gd name="csX4" fmla="*/ 545594 w 1091188"/>
              <a:gd name="csY4" fmla="*/ 116913 h 1112916"/>
              <a:gd name="csX5" fmla="*/ 545594 w 1091188"/>
              <a:gd name="csY5" fmla="*/ 0 h 1112916"/>
              <a:gd name="csX6" fmla="*/ 738501 w 1091188"/>
              <a:gd name="csY6" fmla="*/ 163678 h 1112916"/>
              <a:gd name="csX7" fmla="*/ 604051 w 1091188"/>
              <a:gd name="csY7" fmla="*/ 379967 h 1112916"/>
              <a:gd name="csX8" fmla="*/ 604051 w 1091188"/>
              <a:gd name="csY8" fmla="*/ 448167 h 1112916"/>
              <a:gd name="csX9" fmla="*/ 1091188 w 1091188"/>
              <a:gd name="csY9" fmla="*/ 448167 h 1112916"/>
              <a:gd name="csX10" fmla="*/ 1091188 w 1091188"/>
              <a:gd name="csY10" fmla="*/ 565080 h 1112916"/>
              <a:gd name="csX11" fmla="*/ 604051 w 1091188"/>
              <a:gd name="csY11" fmla="*/ 565080 h 1112916"/>
              <a:gd name="csX12" fmla="*/ 604051 w 1091188"/>
              <a:gd name="csY12" fmla="*/ 1093699 h 1112916"/>
              <a:gd name="csX13" fmla="*/ 588093 w 1091188"/>
              <a:gd name="csY13" fmla="*/ 1100399 h 1112916"/>
              <a:gd name="csX14" fmla="*/ 546948 w 1091188"/>
              <a:gd name="csY14" fmla="*/ 1112916 h 1112916"/>
              <a:gd name="csX15" fmla="*/ 508762 w 1091188"/>
              <a:gd name="csY15" fmla="*/ 1090473 h 1112916"/>
              <a:gd name="csX16" fmla="*/ 487138 w 1091188"/>
              <a:gd name="csY16" fmla="*/ 1072963 h 1112916"/>
              <a:gd name="csX17" fmla="*/ 487138 w 1091188"/>
              <a:gd name="csY17" fmla="*/ 565080 h 1112916"/>
              <a:gd name="csX18" fmla="*/ 0 w 1091188"/>
              <a:gd name="csY18" fmla="*/ 565080 h 1112916"/>
              <a:gd name="csX19" fmla="*/ 0 w 1091188"/>
              <a:gd name="csY19" fmla="*/ 448167 h 1112916"/>
              <a:gd name="csX20" fmla="*/ 487138 w 1091188"/>
              <a:gd name="csY20" fmla="*/ 448167 h 1112916"/>
              <a:gd name="csX21" fmla="*/ 487138 w 1091188"/>
              <a:gd name="csY21" fmla="*/ 381916 h 1112916"/>
              <a:gd name="csX22" fmla="*/ 352688 w 1091188"/>
              <a:gd name="csY22" fmla="*/ 165627 h 1112916"/>
              <a:gd name="csX23" fmla="*/ 545594 w 1091188"/>
              <a:gd name="csY23" fmla="*/ 0 h 11129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091188" h="1112916">
                <a:moveTo>
                  <a:pt x="545594" y="116913"/>
                </a:moveTo>
                <a:cubicBezTo>
                  <a:pt x="502726" y="116913"/>
                  <a:pt x="467652" y="151987"/>
                  <a:pt x="467652" y="194855"/>
                </a:cubicBezTo>
                <a:cubicBezTo>
                  <a:pt x="467652" y="237723"/>
                  <a:pt x="502726" y="272797"/>
                  <a:pt x="545594" y="272797"/>
                </a:cubicBezTo>
                <a:cubicBezTo>
                  <a:pt x="588463" y="272797"/>
                  <a:pt x="623536" y="237723"/>
                  <a:pt x="623536" y="194855"/>
                </a:cubicBezTo>
                <a:cubicBezTo>
                  <a:pt x="623536" y="151987"/>
                  <a:pt x="588463" y="116913"/>
                  <a:pt x="545594" y="116913"/>
                </a:cubicBezTo>
                <a:close/>
                <a:moveTo>
                  <a:pt x="545594" y="0"/>
                </a:moveTo>
                <a:cubicBezTo>
                  <a:pt x="641073" y="0"/>
                  <a:pt x="722912" y="70148"/>
                  <a:pt x="738501" y="163678"/>
                </a:cubicBezTo>
                <a:cubicBezTo>
                  <a:pt x="752141" y="259157"/>
                  <a:pt x="695633" y="350739"/>
                  <a:pt x="604051" y="379967"/>
                </a:cubicBezTo>
                <a:lnTo>
                  <a:pt x="604051" y="448167"/>
                </a:lnTo>
                <a:lnTo>
                  <a:pt x="1091188" y="448167"/>
                </a:lnTo>
                <a:lnTo>
                  <a:pt x="1091188" y="565080"/>
                </a:lnTo>
                <a:lnTo>
                  <a:pt x="604051" y="565080"/>
                </a:lnTo>
                <a:lnTo>
                  <a:pt x="604051" y="1093699"/>
                </a:lnTo>
                <a:lnTo>
                  <a:pt x="588093" y="1100399"/>
                </a:lnTo>
                <a:cubicBezTo>
                  <a:pt x="575682" y="1104844"/>
                  <a:pt x="562059" y="1109004"/>
                  <a:pt x="546948" y="1112916"/>
                </a:cubicBezTo>
                <a:cubicBezTo>
                  <a:pt x="532601" y="1105886"/>
                  <a:pt x="520337" y="1098608"/>
                  <a:pt x="508762" y="1090473"/>
                </a:cubicBezTo>
                <a:lnTo>
                  <a:pt x="487138" y="1072963"/>
                </a:lnTo>
                <a:lnTo>
                  <a:pt x="487138" y="565080"/>
                </a:lnTo>
                <a:lnTo>
                  <a:pt x="0" y="565080"/>
                </a:lnTo>
                <a:lnTo>
                  <a:pt x="0" y="448167"/>
                </a:lnTo>
                <a:lnTo>
                  <a:pt x="487138" y="448167"/>
                </a:lnTo>
                <a:lnTo>
                  <a:pt x="487138" y="381916"/>
                </a:lnTo>
                <a:cubicBezTo>
                  <a:pt x="395556" y="352688"/>
                  <a:pt x="339048" y="261106"/>
                  <a:pt x="352688" y="165627"/>
                </a:cubicBezTo>
                <a:cubicBezTo>
                  <a:pt x="368276" y="70148"/>
                  <a:pt x="450115" y="0"/>
                  <a:pt x="545594" y="0"/>
                </a:cubicBezTo>
                <a:close/>
              </a:path>
            </a:pathLst>
          </a:custGeom>
          <a:solidFill>
            <a:schemeClr val="bg1"/>
          </a:solidFill>
          <a:ln w="19447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76EB63C-1C83-DD84-6081-11505B432239}"/>
              </a:ext>
            </a:extLst>
          </p:cNvPr>
          <p:cNvSpPr/>
          <p:nvPr/>
        </p:nvSpPr>
        <p:spPr>
          <a:xfrm>
            <a:off x="902494" y="771525"/>
            <a:ext cx="269081" cy="245269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08541E4-D217-BC79-608A-090FA361A8EF}"/>
              </a:ext>
            </a:extLst>
          </p:cNvPr>
          <p:cNvSpPr/>
          <p:nvPr/>
        </p:nvSpPr>
        <p:spPr>
          <a:xfrm>
            <a:off x="1733550" y="771525"/>
            <a:ext cx="269081" cy="245269"/>
          </a:xfrm>
          <a:prstGeom prst="rect">
            <a:avLst/>
          </a:prstGeom>
          <a:solidFill>
            <a:srgbClr val="008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F3572F0-0DF7-D72C-B3A3-F6EEAA3FE7D0}"/>
              </a:ext>
            </a:extLst>
          </p:cNvPr>
          <p:cNvSpPr/>
          <p:nvPr/>
        </p:nvSpPr>
        <p:spPr>
          <a:xfrm>
            <a:off x="1390651" y="1295400"/>
            <a:ext cx="114300" cy="4554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フリーフォーム: 図形 46">
            <a:extLst>
              <a:ext uri="{FF2B5EF4-FFF2-40B4-BE49-F238E27FC236}">
                <a16:creationId xmlns:a16="http://schemas.microsoft.com/office/drawing/2014/main" id="{1425BADD-9287-1BD3-811D-6B44A4C17074}"/>
              </a:ext>
            </a:extLst>
          </p:cNvPr>
          <p:cNvSpPr/>
          <p:nvPr/>
        </p:nvSpPr>
        <p:spPr>
          <a:xfrm>
            <a:off x="807102" y="514350"/>
            <a:ext cx="1290780" cy="1240702"/>
          </a:xfrm>
          <a:custGeom>
            <a:avLst/>
            <a:gdLst>
              <a:gd name="csX0" fmla="*/ 0 w 1414462"/>
              <a:gd name="csY0" fmla="*/ 154781 h 1082090"/>
              <a:gd name="csX1" fmla="*/ 673893 w 1414462"/>
              <a:gd name="csY1" fmla="*/ 1081087 h 1082090"/>
              <a:gd name="csX2" fmla="*/ 1414462 w 1414462"/>
              <a:gd name="csY2" fmla="*/ 0 h 1082090"/>
              <a:gd name="csX0" fmla="*/ 0 w 1485899"/>
              <a:gd name="csY0" fmla="*/ 0 h 1117532"/>
              <a:gd name="csX1" fmla="*/ 745330 w 1485899"/>
              <a:gd name="csY1" fmla="*/ 1116806 h 1117532"/>
              <a:gd name="csX2" fmla="*/ 1485899 w 1485899"/>
              <a:gd name="csY2" fmla="*/ 35719 h 1117532"/>
              <a:gd name="csX0" fmla="*/ 32 w 1485931"/>
              <a:gd name="csY0" fmla="*/ 0 h 1124422"/>
              <a:gd name="csX1" fmla="*/ 745362 w 1485931"/>
              <a:gd name="csY1" fmla="*/ 1116806 h 1124422"/>
              <a:gd name="csX2" fmla="*/ 1485931 w 1485931"/>
              <a:gd name="csY2" fmla="*/ 35719 h 1124422"/>
              <a:gd name="csX0" fmla="*/ 32 w 1485931"/>
              <a:gd name="csY0" fmla="*/ 0 h 1120348"/>
              <a:gd name="csX1" fmla="*/ 745362 w 1485931"/>
              <a:gd name="csY1" fmla="*/ 1116806 h 1120348"/>
              <a:gd name="csX2" fmla="*/ 1485931 w 1485931"/>
              <a:gd name="csY2" fmla="*/ 35719 h 1120348"/>
              <a:gd name="csX0" fmla="*/ 32 w 1485931"/>
              <a:gd name="csY0" fmla="*/ 0 h 1120348"/>
              <a:gd name="csX1" fmla="*/ 745362 w 1485931"/>
              <a:gd name="csY1" fmla="*/ 1116806 h 1120348"/>
              <a:gd name="csX2" fmla="*/ 1485931 w 1485931"/>
              <a:gd name="csY2" fmla="*/ 35719 h 1120348"/>
              <a:gd name="csX0" fmla="*/ 33 w 1485932"/>
              <a:gd name="csY0" fmla="*/ 0 h 1117454"/>
              <a:gd name="csX1" fmla="*/ 745363 w 1485932"/>
              <a:gd name="csY1" fmla="*/ 1116806 h 1117454"/>
              <a:gd name="csX2" fmla="*/ 1485932 w 1485932"/>
              <a:gd name="csY2" fmla="*/ 35719 h 1117454"/>
              <a:gd name="csX0" fmla="*/ 33 w 1488313"/>
              <a:gd name="csY0" fmla="*/ 0 h 1088327"/>
              <a:gd name="csX1" fmla="*/ 747744 w 1488313"/>
              <a:gd name="csY1" fmla="*/ 1088231 h 1088327"/>
              <a:gd name="csX2" fmla="*/ 1488313 w 1488313"/>
              <a:gd name="csY2" fmla="*/ 7144 h 1088327"/>
              <a:gd name="csX0" fmla="*/ 14034 w 1507010"/>
              <a:gd name="csY0" fmla="*/ 0 h 1088557"/>
              <a:gd name="csX1" fmla="*/ 761745 w 1507010"/>
              <a:gd name="csY1" fmla="*/ 1088231 h 1088557"/>
              <a:gd name="csX2" fmla="*/ 1502314 w 1507010"/>
              <a:gd name="csY2" fmla="*/ 7144 h 1088557"/>
              <a:gd name="csX0" fmla="*/ 70914 w 1563890"/>
              <a:gd name="csY0" fmla="*/ 0 h 1088305"/>
              <a:gd name="csX1" fmla="*/ 818625 w 1563890"/>
              <a:gd name="csY1" fmla="*/ 1088231 h 1088305"/>
              <a:gd name="csX2" fmla="*/ 1559194 w 1563890"/>
              <a:gd name="csY2" fmla="*/ 7144 h 1088305"/>
              <a:gd name="csX0" fmla="*/ 70914 w 1643508"/>
              <a:gd name="csY0" fmla="*/ 0 h 1088305"/>
              <a:gd name="csX1" fmla="*/ 818625 w 1643508"/>
              <a:gd name="csY1" fmla="*/ 1088231 h 1088305"/>
              <a:gd name="csX2" fmla="*/ 1559194 w 1643508"/>
              <a:gd name="csY2" fmla="*/ 7144 h 1088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43508" h="1088305">
                <a:moveTo>
                  <a:pt x="70914" y="0"/>
                </a:moveTo>
                <a:cubicBezTo>
                  <a:pt x="-63972" y="841349"/>
                  <a:pt x="-96298" y="1093307"/>
                  <a:pt x="818625" y="1088231"/>
                </a:cubicBezTo>
                <a:cubicBezTo>
                  <a:pt x="1733548" y="1083155"/>
                  <a:pt x="1720980" y="1066133"/>
                  <a:pt x="1559194" y="7144"/>
                </a:cubicBezTo>
              </a:path>
            </a:pathLst>
          </a:custGeom>
          <a:noFill/>
          <a:ln w="130175">
            <a:solidFill>
              <a:schemeClr val="bg1"/>
            </a:solidFill>
            <a:headEnd type="stealt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6E7A84BA-2F20-531E-72AF-5046C26B1CFD}"/>
              </a:ext>
            </a:extLst>
          </p:cNvPr>
          <p:cNvSpPr/>
          <p:nvPr/>
        </p:nvSpPr>
        <p:spPr>
          <a:xfrm flipV="1">
            <a:off x="8342074" y="440074"/>
            <a:ext cx="409813" cy="1281906"/>
          </a:xfrm>
          <a:custGeom>
            <a:avLst/>
            <a:gdLst>
              <a:gd name="csX0" fmla="*/ 0 w 407432"/>
              <a:gd name="csY0" fmla="*/ 203716 h 1124743"/>
              <a:gd name="csX1" fmla="*/ 203716 w 407432"/>
              <a:gd name="csY1" fmla="*/ 0 h 1124743"/>
              <a:gd name="csX2" fmla="*/ 203716 w 407432"/>
              <a:gd name="csY2" fmla="*/ 0 h 1124743"/>
              <a:gd name="csX3" fmla="*/ 407432 w 407432"/>
              <a:gd name="csY3" fmla="*/ 203716 h 1124743"/>
              <a:gd name="csX4" fmla="*/ 407432 w 407432"/>
              <a:gd name="csY4" fmla="*/ 921027 h 1124743"/>
              <a:gd name="csX5" fmla="*/ 203716 w 407432"/>
              <a:gd name="csY5" fmla="*/ 1124743 h 1124743"/>
              <a:gd name="csX6" fmla="*/ 203716 w 407432"/>
              <a:gd name="csY6" fmla="*/ 1124743 h 1124743"/>
              <a:gd name="csX7" fmla="*/ 0 w 407432"/>
              <a:gd name="csY7" fmla="*/ 921027 h 1124743"/>
              <a:gd name="csX8" fmla="*/ 0 w 407432"/>
              <a:gd name="csY8" fmla="*/ 203716 h 1124743"/>
              <a:gd name="csX0" fmla="*/ 0 w 407432"/>
              <a:gd name="csY0" fmla="*/ 203716 h 1198562"/>
              <a:gd name="csX1" fmla="*/ 203716 w 407432"/>
              <a:gd name="csY1" fmla="*/ 0 h 1198562"/>
              <a:gd name="csX2" fmla="*/ 203716 w 407432"/>
              <a:gd name="csY2" fmla="*/ 0 h 1198562"/>
              <a:gd name="csX3" fmla="*/ 407432 w 407432"/>
              <a:gd name="csY3" fmla="*/ 203716 h 1198562"/>
              <a:gd name="csX4" fmla="*/ 407432 w 407432"/>
              <a:gd name="csY4" fmla="*/ 921027 h 1198562"/>
              <a:gd name="csX5" fmla="*/ 203716 w 407432"/>
              <a:gd name="csY5" fmla="*/ 1124743 h 1198562"/>
              <a:gd name="csX6" fmla="*/ 201334 w 407432"/>
              <a:gd name="csY6" fmla="*/ 1198562 h 1198562"/>
              <a:gd name="csX7" fmla="*/ 0 w 407432"/>
              <a:gd name="csY7" fmla="*/ 921027 h 1198562"/>
              <a:gd name="csX8" fmla="*/ 0 w 407432"/>
              <a:gd name="csY8" fmla="*/ 203716 h 1198562"/>
              <a:gd name="csX0" fmla="*/ 0 w 407432"/>
              <a:gd name="csY0" fmla="*/ 203716 h 1198562"/>
              <a:gd name="csX1" fmla="*/ 203716 w 407432"/>
              <a:gd name="csY1" fmla="*/ 0 h 1198562"/>
              <a:gd name="csX2" fmla="*/ 203716 w 407432"/>
              <a:gd name="csY2" fmla="*/ 0 h 1198562"/>
              <a:gd name="csX3" fmla="*/ 407432 w 407432"/>
              <a:gd name="csY3" fmla="*/ 203716 h 1198562"/>
              <a:gd name="csX4" fmla="*/ 407432 w 407432"/>
              <a:gd name="csY4" fmla="*/ 921027 h 1198562"/>
              <a:gd name="csX5" fmla="*/ 201334 w 407432"/>
              <a:gd name="csY5" fmla="*/ 1198562 h 1198562"/>
              <a:gd name="csX6" fmla="*/ 0 w 407432"/>
              <a:gd name="csY6" fmla="*/ 921027 h 1198562"/>
              <a:gd name="csX7" fmla="*/ 0 w 407432"/>
              <a:gd name="csY7" fmla="*/ 203716 h 1198562"/>
              <a:gd name="csX0" fmla="*/ 0 w 407432"/>
              <a:gd name="csY0" fmla="*/ 203716 h 1284287"/>
              <a:gd name="csX1" fmla="*/ 203716 w 407432"/>
              <a:gd name="csY1" fmla="*/ 0 h 1284287"/>
              <a:gd name="csX2" fmla="*/ 203716 w 407432"/>
              <a:gd name="csY2" fmla="*/ 0 h 1284287"/>
              <a:gd name="csX3" fmla="*/ 407432 w 407432"/>
              <a:gd name="csY3" fmla="*/ 203716 h 1284287"/>
              <a:gd name="csX4" fmla="*/ 407432 w 407432"/>
              <a:gd name="csY4" fmla="*/ 921027 h 1284287"/>
              <a:gd name="csX5" fmla="*/ 215621 w 407432"/>
              <a:gd name="csY5" fmla="*/ 1284287 h 1284287"/>
              <a:gd name="csX6" fmla="*/ 0 w 407432"/>
              <a:gd name="csY6" fmla="*/ 921027 h 1284287"/>
              <a:gd name="csX7" fmla="*/ 0 w 407432"/>
              <a:gd name="csY7" fmla="*/ 203716 h 1284287"/>
              <a:gd name="csX0" fmla="*/ 0 w 407432"/>
              <a:gd name="csY0" fmla="*/ 203716 h 1281906"/>
              <a:gd name="csX1" fmla="*/ 203716 w 407432"/>
              <a:gd name="csY1" fmla="*/ 0 h 1281906"/>
              <a:gd name="csX2" fmla="*/ 203716 w 407432"/>
              <a:gd name="csY2" fmla="*/ 0 h 1281906"/>
              <a:gd name="csX3" fmla="*/ 407432 w 407432"/>
              <a:gd name="csY3" fmla="*/ 203716 h 1281906"/>
              <a:gd name="csX4" fmla="*/ 407432 w 407432"/>
              <a:gd name="csY4" fmla="*/ 921027 h 1281906"/>
              <a:gd name="csX5" fmla="*/ 206096 w 407432"/>
              <a:gd name="csY5" fmla="*/ 1281906 h 1281906"/>
              <a:gd name="csX6" fmla="*/ 0 w 407432"/>
              <a:gd name="csY6" fmla="*/ 921027 h 1281906"/>
              <a:gd name="csX7" fmla="*/ 0 w 407432"/>
              <a:gd name="csY7" fmla="*/ 203716 h 1281906"/>
              <a:gd name="csX0" fmla="*/ 0 w 407432"/>
              <a:gd name="csY0" fmla="*/ 203716 h 1281906"/>
              <a:gd name="csX1" fmla="*/ 203716 w 407432"/>
              <a:gd name="csY1" fmla="*/ 0 h 1281906"/>
              <a:gd name="csX2" fmla="*/ 203716 w 407432"/>
              <a:gd name="csY2" fmla="*/ 0 h 1281906"/>
              <a:gd name="csX3" fmla="*/ 407432 w 407432"/>
              <a:gd name="csY3" fmla="*/ 203716 h 1281906"/>
              <a:gd name="csX4" fmla="*/ 407432 w 407432"/>
              <a:gd name="csY4" fmla="*/ 921027 h 1281906"/>
              <a:gd name="csX5" fmla="*/ 206096 w 407432"/>
              <a:gd name="csY5" fmla="*/ 1281906 h 1281906"/>
              <a:gd name="csX6" fmla="*/ 0 w 407432"/>
              <a:gd name="csY6" fmla="*/ 921027 h 1281906"/>
              <a:gd name="csX7" fmla="*/ 0 w 407432"/>
              <a:gd name="csY7" fmla="*/ 203716 h 1281906"/>
              <a:gd name="csX0" fmla="*/ 0 w 407432"/>
              <a:gd name="csY0" fmla="*/ 203716 h 1281906"/>
              <a:gd name="csX1" fmla="*/ 203716 w 407432"/>
              <a:gd name="csY1" fmla="*/ 0 h 1281906"/>
              <a:gd name="csX2" fmla="*/ 203716 w 407432"/>
              <a:gd name="csY2" fmla="*/ 0 h 1281906"/>
              <a:gd name="csX3" fmla="*/ 407432 w 407432"/>
              <a:gd name="csY3" fmla="*/ 203716 h 1281906"/>
              <a:gd name="csX4" fmla="*/ 407432 w 407432"/>
              <a:gd name="csY4" fmla="*/ 921027 h 1281906"/>
              <a:gd name="csX5" fmla="*/ 206096 w 407432"/>
              <a:gd name="csY5" fmla="*/ 1281906 h 1281906"/>
              <a:gd name="csX6" fmla="*/ 0 w 407432"/>
              <a:gd name="csY6" fmla="*/ 921027 h 1281906"/>
              <a:gd name="csX7" fmla="*/ 0 w 407432"/>
              <a:gd name="csY7" fmla="*/ 203716 h 1281906"/>
              <a:gd name="csX0" fmla="*/ 0 w 407432"/>
              <a:gd name="csY0" fmla="*/ 203716 h 1281906"/>
              <a:gd name="csX1" fmla="*/ 203716 w 407432"/>
              <a:gd name="csY1" fmla="*/ 0 h 1281906"/>
              <a:gd name="csX2" fmla="*/ 203716 w 407432"/>
              <a:gd name="csY2" fmla="*/ 0 h 1281906"/>
              <a:gd name="csX3" fmla="*/ 407432 w 407432"/>
              <a:gd name="csY3" fmla="*/ 203716 h 1281906"/>
              <a:gd name="csX4" fmla="*/ 407432 w 407432"/>
              <a:gd name="csY4" fmla="*/ 921027 h 1281906"/>
              <a:gd name="csX5" fmla="*/ 206096 w 407432"/>
              <a:gd name="csY5" fmla="*/ 1281906 h 1281906"/>
              <a:gd name="csX6" fmla="*/ 0 w 407432"/>
              <a:gd name="csY6" fmla="*/ 921027 h 1281906"/>
              <a:gd name="csX7" fmla="*/ 0 w 407432"/>
              <a:gd name="csY7" fmla="*/ 203716 h 1281906"/>
              <a:gd name="csX0" fmla="*/ 0 w 407432"/>
              <a:gd name="csY0" fmla="*/ 203716 h 1281906"/>
              <a:gd name="csX1" fmla="*/ 203716 w 407432"/>
              <a:gd name="csY1" fmla="*/ 0 h 1281906"/>
              <a:gd name="csX2" fmla="*/ 203716 w 407432"/>
              <a:gd name="csY2" fmla="*/ 0 h 1281906"/>
              <a:gd name="csX3" fmla="*/ 407432 w 407432"/>
              <a:gd name="csY3" fmla="*/ 203716 h 1281906"/>
              <a:gd name="csX4" fmla="*/ 407432 w 407432"/>
              <a:gd name="csY4" fmla="*/ 921027 h 1281906"/>
              <a:gd name="csX5" fmla="*/ 206096 w 407432"/>
              <a:gd name="csY5" fmla="*/ 1281906 h 1281906"/>
              <a:gd name="csX6" fmla="*/ 0 w 407432"/>
              <a:gd name="csY6" fmla="*/ 844827 h 1281906"/>
              <a:gd name="csX7" fmla="*/ 0 w 407432"/>
              <a:gd name="csY7" fmla="*/ 203716 h 1281906"/>
              <a:gd name="csX0" fmla="*/ 0 w 409813"/>
              <a:gd name="csY0" fmla="*/ 203716 h 1281906"/>
              <a:gd name="csX1" fmla="*/ 203716 w 409813"/>
              <a:gd name="csY1" fmla="*/ 0 h 1281906"/>
              <a:gd name="csX2" fmla="*/ 203716 w 409813"/>
              <a:gd name="csY2" fmla="*/ 0 h 1281906"/>
              <a:gd name="csX3" fmla="*/ 407432 w 409813"/>
              <a:gd name="csY3" fmla="*/ 203716 h 1281906"/>
              <a:gd name="csX4" fmla="*/ 409813 w 409813"/>
              <a:gd name="csY4" fmla="*/ 849590 h 1281906"/>
              <a:gd name="csX5" fmla="*/ 206096 w 409813"/>
              <a:gd name="csY5" fmla="*/ 1281906 h 1281906"/>
              <a:gd name="csX6" fmla="*/ 0 w 409813"/>
              <a:gd name="csY6" fmla="*/ 844827 h 1281906"/>
              <a:gd name="csX7" fmla="*/ 0 w 409813"/>
              <a:gd name="csY7" fmla="*/ 203716 h 1281906"/>
              <a:gd name="csX0" fmla="*/ 0 w 409813"/>
              <a:gd name="csY0" fmla="*/ 203716 h 1281906"/>
              <a:gd name="csX1" fmla="*/ 203716 w 409813"/>
              <a:gd name="csY1" fmla="*/ 0 h 1281906"/>
              <a:gd name="csX2" fmla="*/ 203716 w 409813"/>
              <a:gd name="csY2" fmla="*/ 0 h 1281906"/>
              <a:gd name="csX3" fmla="*/ 407432 w 409813"/>
              <a:gd name="csY3" fmla="*/ 203716 h 1281906"/>
              <a:gd name="csX4" fmla="*/ 409813 w 409813"/>
              <a:gd name="csY4" fmla="*/ 849590 h 1281906"/>
              <a:gd name="csX5" fmla="*/ 206096 w 409813"/>
              <a:gd name="csY5" fmla="*/ 1281906 h 1281906"/>
              <a:gd name="csX6" fmla="*/ 0 w 409813"/>
              <a:gd name="csY6" fmla="*/ 844827 h 1281906"/>
              <a:gd name="csX7" fmla="*/ 0 w 409813"/>
              <a:gd name="csY7" fmla="*/ 203716 h 1281906"/>
              <a:gd name="csX0" fmla="*/ 0 w 409813"/>
              <a:gd name="csY0" fmla="*/ 203716 h 1281906"/>
              <a:gd name="csX1" fmla="*/ 203716 w 409813"/>
              <a:gd name="csY1" fmla="*/ 0 h 1281906"/>
              <a:gd name="csX2" fmla="*/ 203716 w 409813"/>
              <a:gd name="csY2" fmla="*/ 0 h 1281906"/>
              <a:gd name="csX3" fmla="*/ 407432 w 409813"/>
              <a:gd name="csY3" fmla="*/ 203716 h 1281906"/>
              <a:gd name="csX4" fmla="*/ 409813 w 409813"/>
              <a:gd name="csY4" fmla="*/ 849590 h 1281906"/>
              <a:gd name="csX5" fmla="*/ 206096 w 409813"/>
              <a:gd name="csY5" fmla="*/ 1281906 h 1281906"/>
              <a:gd name="csX6" fmla="*/ 0 w 409813"/>
              <a:gd name="csY6" fmla="*/ 844827 h 1281906"/>
              <a:gd name="csX7" fmla="*/ 0 w 409813"/>
              <a:gd name="csY7" fmla="*/ 203716 h 12819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09813" h="1281906">
                <a:moveTo>
                  <a:pt x="0" y="203716"/>
                </a:moveTo>
                <a:cubicBezTo>
                  <a:pt x="0" y="91207"/>
                  <a:pt x="91207" y="0"/>
                  <a:pt x="203716" y="0"/>
                </a:cubicBezTo>
                <a:lnTo>
                  <a:pt x="203716" y="0"/>
                </a:lnTo>
                <a:cubicBezTo>
                  <a:pt x="316225" y="0"/>
                  <a:pt x="407432" y="91207"/>
                  <a:pt x="407432" y="203716"/>
                </a:cubicBezTo>
                <a:cubicBezTo>
                  <a:pt x="408226" y="419007"/>
                  <a:pt x="409019" y="634299"/>
                  <a:pt x="409813" y="849590"/>
                </a:cubicBezTo>
                <a:cubicBezTo>
                  <a:pt x="406419" y="1017779"/>
                  <a:pt x="343058" y="1200944"/>
                  <a:pt x="206096" y="1281906"/>
                </a:cubicBezTo>
                <a:cubicBezTo>
                  <a:pt x="93587" y="1208087"/>
                  <a:pt x="2381" y="1012105"/>
                  <a:pt x="0" y="844827"/>
                </a:cubicBezTo>
                <a:lnTo>
                  <a:pt x="0" y="2037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台形 48">
            <a:extLst>
              <a:ext uri="{FF2B5EF4-FFF2-40B4-BE49-F238E27FC236}">
                <a16:creationId xmlns:a16="http://schemas.microsoft.com/office/drawing/2014/main" id="{77BCAF81-E714-4436-5095-713D3205178B}"/>
              </a:ext>
            </a:extLst>
          </p:cNvPr>
          <p:cNvSpPr/>
          <p:nvPr/>
        </p:nvSpPr>
        <p:spPr>
          <a:xfrm>
            <a:off x="7863351" y="973819"/>
            <a:ext cx="1364878" cy="178533"/>
          </a:xfrm>
          <a:prstGeom prst="trapezoid">
            <a:avLst>
              <a:gd name="adj" fmla="val 7548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BA087739-1A99-FE1A-A985-7D04BD6BD87B}"/>
              </a:ext>
            </a:extLst>
          </p:cNvPr>
          <p:cNvGrpSpPr/>
          <p:nvPr/>
        </p:nvGrpSpPr>
        <p:grpSpPr>
          <a:xfrm>
            <a:off x="7854115" y="1523130"/>
            <a:ext cx="1374114" cy="346518"/>
            <a:chOff x="7854115" y="1459707"/>
            <a:chExt cx="1374114" cy="346518"/>
          </a:xfrm>
        </p:grpSpPr>
        <p:sp>
          <p:nvSpPr>
            <p:cNvPr id="50" name="台形 49">
              <a:extLst>
                <a:ext uri="{FF2B5EF4-FFF2-40B4-BE49-F238E27FC236}">
                  <a16:creationId xmlns:a16="http://schemas.microsoft.com/office/drawing/2014/main" id="{7A8F8A2D-1544-E922-8654-379210B81BE4}"/>
                </a:ext>
              </a:extLst>
            </p:cNvPr>
            <p:cNvSpPr/>
            <p:nvPr/>
          </p:nvSpPr>
          <p:spPr>
            <a:xfrm>
              <a:off x="7863351" y="1459707"/>
              <a:ext cx="1364878" cy="341900"/>
            </a:xfrm>
            <a:prstGeom prst="trapezoid">
              <a:avLst>
                <a:gd name="adj" fmla="val 139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二等辺三角形 51">
              <a:extLst>
                <a:ext uri="{FF2B5EF4-FFF2-40B4-BE49-F238E27FC236}">
                  <a16:creationId xmlns:a16="http://schemas.microsoft.com/office/drawing/2014/main" id="{81F69134-C43A-227A-9A32-52B39A336D2C}"/>
                </a:ext>
              </a:extLst>
            </p:cNvPr>
            <p:cNvSpPr/>
            <p:nvPr/>
          </p:nvSpPr>
          <p:spPr>
            <a:xfrm>
              <a:off x="7854115" y="1717363"/>
              <a:ext cx="1364878" cy="88862"/>
            </a:xfrm>
            <a:prstGeom prst="triangle">
              <a:avLst/>
            </a:prstGeom>
            <a:solidFill>
              <a:srgbClr val="0088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B2D278B2-E022-A5BF-F8FF-FA318AECF556}"/>
              </a:ext>
            </a:extLst>
          </p:cNvPr>
          <p:cNvGrpSpPr/>
          <p:nvPr/>
        </p:nvGrpSpPr>
        <p:grpSpPr>
          <a:xfrm>
            <a:off x="3153482" y="583583"/>
            <a:ext cx="1301611" cy="1090022"/>
            <a:chOff x="3154680" y="719411"/>
            <a:chExt cx="1287780" cy="944289"/>
          </a:xfrm>
        </p:grpSpPr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986924DB-1BF3-47D0-D7ED-89D4AF63EA16}"/>
                </a:ext>
              </a:extLst>
            </p:cNvPr>
            <p:cNvSpPr/>
            <p:nvPr/>
          </p:nvSpPr>
          <p:spPr>
            <a:xfrm>
              <a:off x="3154680" y="1081027"/>
              <a:ext cx="1287780" cy="582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台形 57">
              <a:extLst>
                <a:ext uri="{FF2B5EF4-FFF2-40B4-BE49-F238E27FC236}">
                  <a16:creationId xmlns:a16="http://schemas.microsoft.com/office/drawing/2014/main" id="{ADD5AD87-0DA4-0D34-59E5-34A78C1931E9}"/>
                </a:ext>
              </a:extLst>
            </p:cNvPr>
            <p:cNvSpPr/>
            <p:nvPr/>
          </p:nvSpPr>
          <p:spPr>
            <a:xfrm>
              <a:off x="3482340" y="719411"/>
              <a:ext cx="632460" cy="361616"/>
            </a:xfrm>
            <a:prstGeom prst="trapezoid">
              <a:avLst>
                <a:gd name="adj" fmla="val 1306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3013C613-3770-A5DF-2BB6-9C7AD97619E6}"/>
              </a:ext>
            </a:extLst>
          </p:cNvPr>
          <p:cNvGrpSpPr/>
          <p:nvPr/>
        </p:nvGrpSpPr>
        <p:grpSpPr>
          <a:xfrm>
            <a:off x="5508755" y="583583"/>
            <a:ext cx="1301611" cy="1090022"/>
            <a:chOff x="3154680" y="719411"/>
            <a:chExt cx="1287780" cy="944289"/>
          </a:xfrm>
        </p:grpSpPr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0FC68B0F-D79F-1DB8-4CBA-3C6AC0371584}"/>
                </a:ext>
              </a:extLst>
            </p:cNvPr>
            <p:cNvSpPr/>
            <p:nvPr/>
          </p:nvSpPr>
          <p:spPr>
            <a:xfrm>
              <a:off x="3154680" y="1384761"/>
              <a:ext cx="1287780" cy="2789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台形 61">
              <a:extLst>
                <a:ext uri="{FF2B5EF4-FFF2-40B4-BE49-F238E27FC236}">
                  <a16:creationId xmlns:a16="http://schemas.microsoft.com/office/drawing/2014/main" id="{3B79723B-B52C-6EF4-650B-FC77F42000BC}"/>
                </a:ext>
              </a:extLst>
            </p:cNvPr>
            <p:cNvSpPr/>
            <p:nvPr/>
          </p:nvSpPr>
          <p:spPr>
            <a:xfrm>
              <a:off x="3395406" y="719411"/>
              <a:ext cx="806330" cy="665350"/>
            </a:xfrm>
            <a:prstGeom prst="trapezoid">
              <a:avLst>
                <a:gd name="adj" fmla="val 58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ひし形 62">
              <a:extLst>
                <a:ext uri="{FF2B5EF4-FFF2-40B4-BE49-F238E27FC236}">
                  <a16:creationId xmlns:a16="http://schemas.microsoft.com/office/drawing/2014/main" id="{1A03A83B-5AE0-6A8F-31F2-AC66AE34C79C}"/>
                </a:ext>
              </a:extLst>
            </p:cNvPr>
            <p:cNvSpPr/>
            <p:nvPr/>
          </p:nvSpPr>
          <p:spPr>
            <a:xfrm>
              <a:off x="3544189" y="1038266"/>
              <a:ext cx="508764" cy="317160"/>
            </a:xfrm>
            <a:prstGeom prst="diamond">
              <a:avLst/>
            </a:prstGeom>
            <a:noFill/>
            <a:ln>
              <a:solidFill>
                <a:srgbClr val="0088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A5382F2C-AE37-5B41-08FA-803DA0519D82}"/>
              </a:ext>
            </a:extLst>
          </p:cNvPr>
          <p:cNvGrpSpPr/>
          <p:nvPr/>
        </p:nvGrpSpPr>
        <p:grpSpPr>
          <a:xfrm>
            <a:off x="807102" y="2632422"/>
            <a:ext cx="1207293" cy="1399920"/>
            <a:chOff x="738188" y="2520707"/>
            <a:chExt cx="1304926" cy="1513131"/>
          </a:xfrm>
        </p:grpSpPr>
        <p:sp>
          <p:nvSpPr>
            <p:cNvPr id="64" name="二等辺三角形 63">
              <a:extLst>
                <a:ext uri="{FF2B5EF4-FFF2-40B4-BE49-F238E27FC236}">
                  <a16:creationId xmlns:a16="http://schemas.microsoft.com/office/drawing/2014/main" id="{5F320852-7D6B-AE60-115B-F23616E86245}"/>
                </a:ext>
              </a:extLst>
            </p:cNvPr>
            <p:cNvSpPr/>
            <p:nvPr/>
          </p:nvSpPr>
          <p:spPr>
            <a:xfrm>
              <a:off x="738188" y="3019612"/>
              <a:ext cx="1304926" cy="10142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5" name="二等辺三角形 64">
              <a:extLst>
                <a:ext uri="{FF2B5EF4-FFF2-40B4-BE49-F238E27FC236}">
                  <a16:creationId xmlns:a16="http://schemas.microsoft.com/office/drawing/2014/main" id="{37E0F279-5075-32F1-1D5F-391A24BE48A1}"/>
                </a:ext>
              </a:extLst>
            </p:cNvPr>
            <p:cNvSpPr/>
            <p:nvPr/>
          </p:nvSpPr>
          <p:spPr>
            <a:xfrm>
              <a:off x="857252" y="2678861"/>
              <a:ext cx="1066798" cy="94036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二等辺三角形 66">
              <a:extLst>
                <a:ext uri="{FF2B5EF4-FFF2-40B4-BE49-F238E27FC236}">
                  <a16:creationId xmlns:a16="http://schemas.microsoft.com/office/drawing/2014/main" id="{9ADCA885-FF7A-634A-FA74-26DC3E8BCF00}"/>
                </a:ext>
              </a:extLst>
            </p:cNvPr>
            <p:cNvSpPr/>
            <p:nvPr/>
          </p:nvSpPr>
          <p:spPr>
            <a:xfrm>
              <a:off x="985839" y="2520707"/>
              <a:ext cx="809624" cy="68389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91F12B1E-92F2-1510-8569-FD40F5DD2F4E}"/>
              </a:ext>
            </a:extLst>
          </p:cNvPr>
          <p:cNvGrpSpPr/>
          <p:nvPr/>
        </p:nvGrpSpPr>
        <p:grpSpPr>
          <a:xfrm>
            <a:off x="2644486" y="2545071"/>
            <a:ext cx="2324678" cy="1235617"/>
            <a:chOff x="2644486" y="2545071"/>
            <a:chExt cx="2324678" cy="1235617"/>
          </a:xfrm>
        </p:grpSpPr>
        <p:sp>
          <p:nvSpPr>
            <p:cNvPr id="68" name="楕円 67">
              <a:extLst>
                <a:ext uri="{FF2B5EF4-FFF2-40B4-BE49-F238E27FC236}">
                  <a16:creationId xmlns:a16="http://schemas.microsoft.com/office/drawing/2014/main" id="{E3C6E190-F8CD-7087-EEDA-8A6C3049AB52}"/>
                </a:ext>
              </a:extLst>
            </p:cNvPr>
            <p:cNvSpPr/>
            <p:nvPr/>
          </p:nvSpPr>
          <p:spPr>
            <a:xfrm>
              <a:off x="3712849" y="2703978"/>
              <a:ext cx="182876" cy="1828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弧 68">
              <a:extLst>
                <a:ext uri="{FF2B5EF4-FFF2-40B4-BE49-F238E27FC236}">
                  <a16:creationId xmlns:a16="http://schemas.microsoft.com/office/drawing/2014/main" id="{8E211425-7F54-843D-CBDE-75CF910D46F2}"/>
                </a:ext>
              </a:extLst>
            </p:cNvPr>
            <p:cNvSpPr/>
            <p:nvPr/>
          </p:nvSpPr>
          <p:spPr>
            <a:xfrm flipV="1">
              <a:off x="3086100" y="2545071"/>
              <a:ext cx="1441450" cy="581322"/>
            </a:xfrm>
            <a:prstGeom prst="arc">
              <a:avLst>
                <a:gd name="adj1" fmla="val 12059774"/>
                <a:gd name="adj2" fmla="val 20175847"/>
              </a:avLst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楕円 69">
              <a:extLst>
                <a:ext uri="{FF2B5EF4-FFF2-40B4-BE49-F238E27FC236}">
                  <a16:creationId xmlns:a16="http://schemas.microsoft.com/office/drawing/2014/main" id="{C3FBFB81-834C-8463-D17D-B7B9303CC3EE}"/>
                </a:ext>
              </a:extLst>
            </p:cNvPr>
            <p:cNvSpPr/>
            <p:nvPr/>
          </p:nvSpPr>
          <p:spPr>
            <a:xfrm>
              <a:off x="3712849" y="3358273"/>
              <a:ext cx="182876" cy="1828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弧 70">
              <a:extLst>
                <a:ext uri="{FF2B5EF4-FFF2-40B4-BE49-F238E27FC236}">
                  <a16:creationId xmlns:a16="http://schemas.microsoft.com/office/drawing/2014/main" id="{3D5B6321-AFAD-8D4A-546E-90762D936FD0}"/>
                </a:ext>
              </a:extLst>
            </p:cNvPr>
            <p:cNvSpPr/>
            <p:nvPr/>
          </p:nvSpPr>
          <p:spPr>
            <a:xfrm flipV="1">
              <a:off x="2644486" y="3199366"/>
              <a:ext cx="2324678" cy="581322"/>
            </a:xfrm>
            <a:prstGeom prst="arc">
              <a:avLst>
                <a:gd name="adj1" fmla="val 12059774"/>
                <a:gd name="adj2" fmla="val 20175847"/>
              </a:avLst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2" name="五角形 71">
            <a:extLst>
              <a:ext uri="{FF2B5EF4-FFF2-40B4-BE49-F238E27FC236}">
                <a16:creationId xmlns:a16="http://schemas.microsoft.com/office/drawing/2014/main" id="{4D5CFFC6-1A86-73EC-9647-6648930F282C}"/>
              </a:ext>
            </a:extLst>
          </p:cNvPr>
          <p:cNvSpPr/>
          <p:nvPr/>
        </p:nvSpPr>
        <p:spPr>
          <a:xfrm>
            <a:off x="5573126" y="2590393"/>
            <a:ext cx="1153390" cy="1349514"/>
          </a:xfrm>
          <a:custGeom>
            <a:avLst/>
            <a:gdLst>
              <a:gd name="csX0" fmla="*/ 1 w 914401"/>
              <a:gd name="csY0" fmla="*/ 161348 h 422415"/>
              <a:gd name="csX1" fmla="*/ 457201 w 914401"/>
              <a:gd name="csY1" fmla="*/ 0 h 422415"/>
              <a:gd name="csX2" fmla="*/ 914400 w 914401"/>
              <a:gd name="csY2" fmla="*/ 161348 h 422415"/>
              <a:gd name="csX3" fmla="*/ 739765 w 914401"/>
              <a:gd name="csY3" fmla="*/ 422414 h 422415"/>
              <a:gd name="csX4" fmla="*/ 174636 w 914401"/>
              <a:gd name="csY4" fmla="*/ 422414 h 422415"/>
              <a:gd name="csX5" fmla="*/ 1 w 914401"/>
              <a:gd name="csY5" fmla="*/ 161348 h 422415"/>
              <a:gd name="csX0" fmla="*/ 0 w 914399"/>
              <a:gd name="csY0" fmla="*/ 1088448 h 1349514"/>
              <a:gd name="csX1" fmla="*/ 469900 w 914399"/>
              <a:gd name="csY1" fmla="*/ 0 h 1349514"/>
              <a:gd name="csX2" fmla="*/ 914399 w 914399"/>
              <a:gd name="csY2" fmla="*/ 1088448 h 1349514"/>
              <a:gd name="csX3" fmla="*/ 739764 w 914399"/>
              <a:gd name="csY3" fmla="*/ 1349514 h 1349514"/>
              <a:gd name="csX4" fmla="*/ 174635 w 914399"/>
              <a:gd name="csY4" fmla="*/ 1349514 h 1349514"/>
              <a:gd name="csX5" fmla="*/ 0 w 914399"/>
              <a:gd name="csY5" fmla="*/ 1088448 h 1349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14399" h="1349514">
                <a:moveTo>
                  <a:pt x="0" y="1088448"/>
                </a:moveTo>
                <a:lnTo>
                  <a:pt x="469900" y="0"/>
                </a:lnTo>
                <a:lnTo>
                  <a:pt x="914399" y="1088448"/>
                </a:lnTo>
                <a:lnTo>
                  <a:pt x="739764" y="1349514"/>
                </a:lnTo>
                <a:lnTo>
                  <a:pt x="174635" y="1349514"/>
                </a:lnTo>
                <a:lnTo>
                  <a:pt x="0" y="10884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C8C968C-38BF-F151-F871-DE9907418C82}"/>
              </a:ext>
            </a:extLst>
          </p:cNvPr>
          <p:cNvCxnSpPr/>
          <p:nvPr/>
        </p:nvCxnSpPr>
        <p:spPr>
          <a:xfrm>
            <a:off x="6169086" y="2590393"/>
            <a:ext cx="0" cy="1010057"/>
          </a:xfrm>
          <a:prstGeom prst="line">
            <a:avLst/>
          </a:prstGeom>
          <a:ln w="28575">
            <a:solidFill>
              <a:srgbClr val="008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A5E933C-75A5-C328-5DC2-34F47A66537A}"/>
              </a:ext>
            </a:extLst>
          </p:cNvPr>
          <p:cNvCxnSpPr>
            <a:cxnSpLocks/>
          </p:cNvCxnSpPr>
          <p:nvPr/>
        </p:nvCxnSpPr>
        <p:spPr>
          <a:xfrm flipH="1">
            <a:off x="5797611" y="3600450"/>
            <a:ext cx="371475" cy="339798"/>
          </a:xfrm>
          <a:prstGeom prst="line">
            <a:avLst/>
          </a:prstGeom>
          <a:ln w="28575">
            <a:solidFill>
              <a:srgbClr val="008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253D69B-F2EE-9EF3-9706-6D12590F805A}"/>
              </a:ext>
            </a:extLst>
          </p:cNvPr>
          <p:cNvCxnSpPr>
            <a:cxnSpLocks/>
          </p:cNvCxnSpPr>
          <p:nvPr/>
        </p:nvCxnSpPr>
        <p:spPr>
          <a:xfrm flipH="1">
            <a:off x="5572550" y="3600450"/>
            <a:ext cx="594973" cy="73762"/>
          </a:xfrm>
          <a:prstGeom prst="line">
            <a:avLst/>
          </a:prstGeom>
          <a:ln w="28575">
            <a:solidFill>
              <a:srgbClr val="008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49CABB1-B80F-945F-902F-A2B5C2C9EDEA}"/>
              </a:ext>
            </a:extLst>
          </p:cNvPr>
          <p:cNvCxnSpPr>
            <a:cxnSpLocks/>
            <a:stCxn id="72" idx="3"/>
          </p:cNvCxnSpPr>
          <p:nvPr/>
        </p:nvCxnSpPr>
        <p:spPr>
          <a:xfrm flipH="1" flipV="1">
            <a:off x="6167523" y="3600109"/>
            <a:ext cx="338715" cy="339798"/>
          </a:xfrm>
          <a:prstGeom prst="line">
            <a:avLst/>
          </a:prstGeom>
          <a:ln w="28575">
            <a:solidFill>
              <a:srgbClr val="008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DEADFC6-40F6-8D5E-DF85-D592368EC6E3}"/>
              </a:ext>
            </a:extLst>
          </p:cNvPr>
          <p:cNvCxnSpPr>
            <a:cxnSpLocks/>
          </p:cNvCxnSpPr>
          <p:nvPr/>
        </p:nvCxnSpPr>
        <p:spPr>
          <a:xfrm>
            <a:off x="6167523" y="3600450"/>
            <a:ext cx="594973" cy="73762"/>
          </a:xfrm>
          <a:prstGeom prst="line">
            <a:avLst/>
          </a:prstGeom>
          <a:ln w="28575">
            <a:solidFill>
              <a:srgbClr val="008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0473914E-7596-C008-E0C4-45A8A7FBC7F9}"/>
              </a:ext>
            </a:extLst>
          </p:cNvPr>
          <p:cNvGrpSpPr/>
          <p:nvPr/>
        </p:nvGrpSpPr>
        <p:grpSpPr>
          <a:xfrm>
            <a:off x="7854115" y="2778743"/>
            <a:ext cx="1355642" cy="1171870"/>
            <a:chOff x="7872587" y="2810454"/>
            <a:chExt cx="1355642" cy="1171870"/>
          </a:xfrm>
        </p:grpSpPr>
        <p:sp>
          <p:nvSpPr>
            <p:cNvPr id="24" name="円弧 23">
              <a:extLst>
                <a:ext uri="{FF2B5EF4-FFF2-40B4-BE49-F238E27FC236}">
                  <a16:creationId xmlns:a16="http://schemas.microsoft.com/office/drawing/2014/main" id="{A4F772F9-6C3E-B1EF-8103-E845EE3142D2}"/>
                </a:ext>
              </a:extLst>
            </p:cNvPr>
            <p:cNvSpPr/>
            <p:nvPr/>
          </p:nvSpPr>
          <p:spPr>
            <a:xfrm>
              <a:off x="7872587" y="2810454"/>
              <a:ext cx="1355642" cy="1048672"/>
            </a:xfrm>
            <a:prstGeom prst="arc">
              <a:avLst>
                <a:gd name="adj1" fmla="val 10811153"/>
                <a:gd name="adj2" fmla="val 177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弧 24">
              <a:extLst>
                <a:ext uri="{FF2B5EF4-FFF2-40B4-BE49-F238E27FC236}">
                  <a16:creationId xmlns:a16="http://schemas.microsoft.com/office/drawing/2014/main" id="{7A1DF4FD-0FFA-41BC-E613-DA94AB6E47AE}"/>
                </a:ext>
              </a:extLst>
            </p:cNvPr>
            <p:cNvSpPr/>
            <p:nvPr/>
          </p:nvSpPr>
          <p:spPr>
            <a:xfrm flipV="1">
              <a:off x="7872587" y="2933652"/>
              <a:ext cx="1355642" cy="1048672"/>
            </a:xfrm>
            <a:prstGeom prst="arc">
              <a:avLst>
                <a:gd name="adj1" fmla="val 10811153"/>
                <a:gd name="adj2" fmla="val 177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53B76F61-4DAF-7B7F-A0CC-3EF4AA0E0B40}"/>
              </a:ext>
            </a:extLst>
          </p:cNvPr>
          <p:cNvGrpSpPr/>
          <p:nvPr/>
        </p:nvGrpSpPr>
        <p:grpSpPr>
          <a:xfrm>
            <a:off x="720725" y="4926603"/>
            <a:ext cx="1454148" cy="1159872"/>
            <a:chOff x="768947" y="5053489"/>
            <a:chExt cx="1357708" cy="1008583"/>
          </a:xfrm>
        </p:grpSpPr>
        <p:sp>
          <p:nvSpPr>
            <p:cNvPr id="27" name="台形 26">
              <a:extLst>
                <a:ext uri="{FF2B5EF4-FFF2-40B4-BE49-F238E27FC236}">
                  <a16:creationId xmlns:a16="http://schemas.microsoft.com/office/drawing/2014/main" id="{037FB077-5776-A273-4723-11348427790C}"/>
                </a:ext>
              </a:extLst>
            </p:cNvPr>
            <p:cNvSpPr/>
            <p:nvPr/>
          </p:nvSpPr>
          <p:spPr>
            <a:xfrm>
              <a:off x="1243698" y="5053489"/>
              <a:ext cx="415983" cy="214772"/>
            </a:xfrm>
            <a:prstGeom prst="trapezoid">
              <a:avLst>
                <a:gd name="adj" fmla="val 318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円弧 29">
              <a:extLst>
                <a:ext uri="{FF2B5EF4-FFF2-40B4-BE49-F238E27FC236}">
                  <a16:creationId xmlns:a16="http://schemas.microsoft.com/office/drawing/2014/main" id="{48CA2914-32C0-B368-32ED-26859855C95A}"/>
                </a:ext>
              </a:extLst>
            </p:cNvPr>
            <p:cNvSpPr/>
            <p:nvPr/>
          </p:nvSpPr>
          <p:spPr>
            <a:xfrm flipV="1">
              <a:off x="990705" y="5719732"/>
              <a:ext cx="921968" cy="342340"/>
            </a:xfrm>
            <a:prstGeom prst="arc">
              <a:avLst>
                <a:gd name="adj1" fmla="val 10811153"/>
                <a:gd name="adj2" fmla="val 177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E4AB7112-E7F6-36E3-CB9C-7E65FE49C3A2}"/>
                </a:ext>
              </a:extLst>
            </p:cNvPr>
            <p:cNvGrpSpPr/>
            <p:nvPr/>
          </p:nvGrpSpPr>
          <p:grpSpPr>
            <a:xfrm>
              <a:off x="768947" y="5459339"/>
              <a:ext cx="1357708" cy="245672"/>
              <a:chOff x="729461" y="5372441"/>
              <a:chExt cx="1286601" cy="206829"/>
            </a:xfrm>
          </p:grpSpPr>
          <p:sp>
            <p:nvSpPr>
              <p:cNvPr id="33" name="フリーフォーム: 図形 32">
                <a:extLst>
                  <a:ext uri="{FF2B5EF4-FFF2-40B4-BE49-F238E27FC236}">
                    <a16:creationId xmlns:a16="http://schemas.microsoft.com/office/drawing/2014/main" id="{B297AF3C-923C-8042-956F-C72812C77990}"/>
                  </a:ext>
                </a:extLst>
              </p:cNvPr>
              <p:cNvSpPr/>
              <p:nvPr/>
            </p:nvSpPr>
            <p:spPr>
              <a:xfrm>
                <a:off x="729461" y="5372441"/>
                <a:ext cx="666808" cy="206829"/>
              </a:xfrm>
              <a:custGeom>
                <a:avLst/>
                <a:gdLst>
                  <a:gd name="csX0" fmla="*/ 0 w 1327150"/>
                  <a:gd name="csY0" fmla="*/ 0 h 314545"/>
                  <a:gd name="csX1" fmla="*/ 412750 w 1327150"/>
                  <a:gd name="csY1" fmla="*/ 304800 h 314545"/>
                  <a:gd name="csX2" fmla="*/ 663575 w 1327150"/>
                  <a:gd name="csY2" fmla="*/ 19050 h 314545"/>
                  <a:gd name="csX3" fmla="*/ 876300 w 1327150"/>
                  <a:gd name="csY3" fmla="*/ 314325 h 314545"/>
                  <a:gd name="csX4" fmla="*/ 1327150 w 1327150"/>
                  <a:gd name="csY4" fmla="*/ 57150 h 314545"/>
                  <a:gd name="csX0" fmla="*/ 0 w 1327150"/>
                  <a:gd name="csY0" fmla="*/ 0 h 314545"/>
                  <a:gd name="csX1" fmla="*/ 412750 w 1327150"/>
                  <a:gd name="csY1" fmla="*/ 304800 h 314545"/>
                  <a:gd name="csX2" fmla="*/ 663575 w 1327150"/>
                  <a:gd name="csY2" fmla="*/ 19050 h 314545"/>
                  <a:gd name="csX3" fmla="*/ 876300 w 1327150"/>
                  <a:gd name="csY3" fmla="*/ 314325 h 314545"/>
                  <a:gd name="csX4" fmla="*/ 1327150 w 1327150"/>
                  <a:gd name="csY4" fmla="*/ 57150 h 314545"/>
                  <a:gd name="csX0" fmla="*/ 0 w 1330325"/>
                  <a:gd name="csY0" fmla="*/ 0 h 314522"/>
                  <a:gd name="csX1" fmla="*/ 412750 w 1330325"/>
                  <a:gd name="csY1" fmla="*/ 304800 h 314522"/>
                  <a:gd name="csX2" fmla="*/ 663575 w 1330325"/>
                  <a:gd name="csY2" fmla="*/ 19050 h 314522"/>
                  <a:gd name="csX3" fmla="*/ 876300 w 1330325"/>
                  <a:gd name="csY3" fmla="*/ 314325 h 314522"/>
                  <a:gd name="csX4" fmla="*/ 1330325 w 1330325"/>
                  <a:gd name="csY4" fmla="*/ 41275 h 314522"/>
                  <a:gd name="csX0" fmla="*/ 0 w 1330325"/>
                  <a:gd name="csY0" fmla="*/ 0 h 314535"/>
                  <a:gd name="csX1" fmla="*/ 412750 w 1330325"/>
                  <a:gd name="csY1" fmla="*/ 304800 h 314535"/>
                  <a:gd name="csX2" fmla="*/ 663575 w 1330325"/>
                  <a:gd name="csY2" fmla="*/ 19050 h 314535"/>
                  <a:gd name="csX3" fmla="*/ 876300 w 1330325"/>
                  <a:gd name="csY3" fmla="*/ 314325 h 314535"/>
                  <a:gd name="csX4" fmla="*/ 1330325 w 1330325"/>
                  <a:gd name="csY4" fmla="*/ 41275 h 314535"/>
                  <a:gd name="csX0" fmla="*/ 0 w 1333500"/>
                  <a:gd name="csY0" fmla="*/ 25407 h 295492"/>
                  <a:gd name="csX1" fmla="*/ 415925 w 1333500"/>
                  <a:gd name="csY1" fmla="*/ 285757 h 295492"/>
                  <a:gd name="csX2" fmla="*/ 666750 w 1333500"/>
                  <a:gd name="csY2" fmla="*/ 7 h 295492"/>
                  <a:gd name="csX3" fmla="*/ 879475 w 1333500"/>
                  <a:gd name="csY3" fmla="*/ 295282 h 295492"/>
                  <a:gd name="csX4" fmla="*/ 1333500 w 1333500"/>
                  <a:gd name="csY4" fmla="*/ 22232 h 295492"/>
                  <a:gd name="csX0" fmla="*/ 0 w 1333500"/>
                  <a:gd name="csY0" fmla="*/ 25407 h 295492"/>
                  <a:gd name="csX1" fmla="*/ 415925 w 1333500"/>
                  <a:gd name="csY1" fmla="*/ 285757 h 295492"/>
                  <a:gd name="csX2" fmla="*/ 666750 w 1333500"/>
                  <a:gd name="csY2" fmla="*/ 7 h 295492"/>
                  <a:gd name="csX3" fmla="*/ 879475 w 1333500"/>
                  <a:gd name="csY3" fmla="*/ 295282 h 295492"/>
                  <a:gd name="csX4" fmla="*/ 1333500 w 1333500"/>
                  <a:gd name="csY4" fmla="*/ 22232 h 295492"/>
                  <a:gd name="csX0" fmla="*/ 0 w 1333500"/>
                  <a:gd name="csY0" fmla="*/ 25410 h 295495"/>
                  <a:gd name="csX1" fmla="*/ 415925 w 1333500"/>
                  <a:gd name="csY1" fmla="*/ 285760 h 295495"/>
                  <a:gd name="csX2" fmla="*/ 666750 w 1333500"/>
                  <a:gd name="csY2" fmla="*/ 10 h 295495"/>
                  <a:gd name="csX3" fmla="*/ 879475 w 1333500"/>
                  <a:gd name="csY3" fmla="*/ 295285 h 295495"/>
                  <a:gd name="csX4" fmla="*/ 1333500 w 1333500"/>
                  <a:gd name="csY4" fmla="*/ 22235 h 295495"/>
                  <a:gd name="csX0" fmla="*/ 0 w 1333500"/>
                  <a:gd name="csY0" fmla="*/ 25410 h 295495"/>
                  <a:gd name="csX1" fmla="*/ 415925 w 1333500"/>
                  <a:gd name="csY1" fmla="*/ 285760 h 295495"/>
                  <a:gd name="csX2" fmla="*/ 666750 w 1333500"/>
                  <a:gd name="csY2" fmla="*/ 10 h 295495"/>
                  <a:gd name="csX3" fmla="*/ 879475 w 1333500"/>
                  <a:gd name="csY3" fmla="*/ 295285 h 295495"/>
                  <a:gd name="csX4" fmla="*/ 1333500 w 1333500"/>
                  <a:gd name="csY4" fmla="*/ 22235 h 295495"/>
                  <a:gd name="csX0" fmla="*/ 0 w 1333500"/>
                  <a:gd name="csY0" fmla="*/ 25410 h 295285"/>
                  <a:gd name="csX1" fmla="*/ 415925 w 1333500"/>
                  <a:gd name="csY1" fmla="*/ 285760 h 295285"/>
                  <a:gd name="csX2" fmla="*/ 666750 w 1333500"/>
                  <a:gd name="csY2" fmla="*/ 10 h 295285"/>
                  <a:gd name="csX3" fmla="*/ 879475 w 1333500"/>
                  <a:gd name="csY3" fmla="*/ 295285 h 295285"/>
                  <a:gd name="csX4" fmla="*/ 1333500 w 1333500"/>
                  <a:gd name="csY4" fmla="*/ 22235 h 295285"/>
                  <a:gd name="csX0" fmla="*/ 0 w 1333500"/>
                  <a:gd name="csY0" fmla="*/ 25409 h 304809"/>
                  <a:gd name="csX1" fmla="*/ 314325 w 1333500"/>
                  <a:gd name="csY1" fmla="*/ 304809 h 304809"/>
                  <a:gd name="csX2" fmla="*/ 666750 w 1333500"/>
                  <a:gd name="csY2" fmla="*/ 9 h 304809"/>
                  <a:gd name="csX3" fmla="*/ 879475 w 1333500"/>
                  <a:gd name="csY3" fmla="*/ 295284 h 304809"/>
                  <a:gd name="csX4" fmla="*/ 1333500 w 1333500"/>
                  <a:gd name="csY4" fmla="*/ 22234 h 304809"/>
                  <a:gd name="csX0" fmla="*/ 0 w 1333500"/>
                  <a:gd name="csY0" fmla="*/ 25409 h 304809"/>
                  <a:gd name="csX1" fmla="*/ 314325 w 1333500"/>
                  <a:gd name="csY1" fmla="*/ 304809 h 304809"/>
                  <a:gd name="csX2" fmla="*/ 666750 w 1333500"/>
                  <a:gd name="csY2" fmla="*/ 9 h 304809"/>
                  <a:gd name="csX3" fmla="*/ 879475 w 1333500"/>
                  <a:gd name="csY3" fmla="*/ 295284 h 304809"/>
                  <a:gd name="csX4" fmla="*/ 1333500 w 1333500"/>
                  <a:gd name="csY4" fmla="*/ 22234 h 304809"/>
                  <a:gd name="csX0" fmla="*/ 0 w 1333500"/>
                  <a:gd name="csY0" fmla="*/ 25409 h 304809"/>
                  <a:gd name="csX1" fmla="*/ 314325 w 1333500"/>
                  <a:gd name="csY1" fmla="*/ 304809 h 304809"/>
                  <a:gd name="csX2" fmla="*/ 666750 w 1333500"/>
                  <a:gd name="csY2" fmla="*/ 9 h 304809"/>
                  <a:gd name="csX3" fmla="*/ 879475 w 1333500"/>
                  <a:gd name="csY3" fmla="*/ 295284 h 304809"/>
                  <a:gd name="csX4" fmla="*/ 1333500 w 1333500"/>
                  <a:gd name="csY4" fmla="*/ 22234 h 304809"/>
                  <a:gd name="csX0" fmla="*/ 0 w 1333500"/>
                  <a:gd name="csY0" fmla="*/ 25409 h 304809"/>
                  <a:gd name="csX1" fmla="*/ 314325 w 1333500"/>
                  <a:gd name="csY1" fmla="*/ 304809 h 304809"/>
                  <a:gd name="csX2" fmla="*/ 666750 w 1333500"/>
                  <a:gd name="csY2" fmla="*/ 9 h 304809"/>
                  <a:gd name="csX3" fmla="*/ 879475 w 1333500"/>
                  <a:gd name="csY3" fmla="*/ 295284 h 304809"/>
                  <a:gd name="csX4" fmla="*/ 1333500 w 1333500"/>
                  <a:gd name="csY4" fmla="*/ 22234 h 304809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79475 w 1333500"/>
                  <a:gd name="csY3" fmla="*/ 295275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9000 w 1333500"/>
                  <a:gd name="csY3" fmla="*/ 279400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5825 w 1333500"/>
                  <a:gd name="csY3" fmla="*/ 301625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5825 w 1333500"/>
                  <a:gd name="csY3" fmla="*/ 301625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5825 w 1333500"/>
                  <a:gd name="csY3" fmla="*/ 301625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5825 w 1333500"/>
                  <a:gd name="csY3" fmla="*/ 301625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5825 w 1333500"/>
                  <a:gd name="csY3" fmla="*/ 301625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5825 w 1333500"/>
                  <a:gd name="csY3" fmla="*/ 301625 h 304800"/>
                  <a:gd name="csX4" fmla="*/ 1333500 w 1333500"/>
                  <a:gd name="csY4" fmla="*/ 22225 h 304800"/>
                  <a:gd name="csX0" fmla="*/ 0 w 1247775"/>
                  <a:gd name="csY0" fmla="*/ 25400 h 304800"/>
                  <a:gd name="csX1" fmla="*/ 314325 w 1247775"/>
                  <a:gd name="csY1" fmla="*/ 304800 h 304800"/>
                  <a:gd name="csX2" fmla="*/ 666750 w 1247775"/>
                  <a:gd name="csY2" fmla="*/ 0 h 304800"/>
                  <a:gd name="csX3" fmla="*/ 885825 w 1247775"/>
                  <a:gd name="csY3" fmla="*/ 301625 h 304800"/>
                  <a:gd name="csX4" fmla="*/ 1247775 w 1247775"/>
                  <a:gd name="csY4" fmla="*/ 15875 h 304800"/>
                  <a:gd name="csX0" fmla="*/ 0 w 1206500"/>
                  <a:gd name="csY0" fmla="*/ 12700 h 304800"/>
                  <a:gd name="csX1" fmla="*/ 273050 w 1206500"/>
                  <a:gd name="csY1" fmla="*/ 304800 h 304800"/>
                  <a:gd name="csX2" fmla="*/ 625475 w 1206500"/>
                  <a:gd name="csY2" fmla="*/ 0 h 304800"/>
                  <a:gd name="csX3" fmla="*/ 844550 w 1206500"/>
                  <a:gd name="csY3" fmla="*/ 301625 h 304800"/>
                  <a:gd name="csX4" fmla="*/ 1206500 w 1206500"/>
                  <a:gd name="csY4" fmla="*/ 15875 h 304800"/>
                  <a:gd name="csX0" fmla="*/ 0 w 1231900"/>
                  <a:gd name="csY0" fmla="*/ 19050 h 304800"/>
                  <a:gd name="csX1" fmla="*/ 298450 w 1231900"/>
                  <a:gd name="csY1" fmla="*/ 304800 h 304800"/>
                  <a:gd name="csX2" fmla="*/ 650875 w 1231900"/>
                  <a:gd name="csY2" fmla="*/ 0 h 304800"/>
                  <a:gd name="csX3" fmla="*/ 869950 w 1231900"/>
                  <a:gd name="csY3" fmla="*/ 301625 h 304800"/>
                  <a:gd name="csX4" fmla="*/ 1231900 w 1231900"/>
                  <a:gd name="csY4" fmla="*/ 15875 h 304800"/>
                  <a:gd name="csX0" fmla="*/ 0 w 1231900"/>
                  <a:gd name="csY0" fmla="*/ 19050 h 304800"/>
                  <a:gd name="csX1" fmla="*/ 298450 w 1231900"/>
                  <a:gd name="csY1" fmla="*/ 304800 h 304800"/>
                  <a:gd name="csX2" fmla="*/ 650875 w 1231900"/>
                  <a:gd name="csY2" fmla="*/ 0 h 304800"/>
                  <a:gd name="csX3" fmla="*/ 869950 w 1231900"/>
                  <a:gd name="csY3" fmla="*/ 301625 h 304800"/>
                  <a:gd name="csX4" fmla="*/ 1231900 w 1231900"/>
                  <a:gd name="csY4" fmla="*/ 15875 h 304800"/>
                  <a:gd name="csX0" fmla="*/ 0 w 1231900"/>
                  <a:gd name="csY0" fmla="*/ 19050 h 304800"/>
                  <a:gd name="csX1" fmla="*/ 298450 w 1231900"/>
                  <a:gd name="csY1" fmla="*/ 304800 h 304800"/>
                  <a:gd name="csX2" fmla="*/ 650875 w 1231900"/>
                  <a:gd name="csY2" fmla="*/ 0 h 304800"/>
                  <a:gd name="csX3" fmla="*/ 869950 w 1231900"/>
                  <a:gd name="csY3" fmla="*/ 301625 h 304800"/>
                  <a:gd name="csX4" fmla="*/ 1231900 w 1231900"/>
                  <a:gd name="csY4" fmla="*/ 15875 h 304800"/>
                  <a:gd name="csX0" fmla="*/ 0 w 869950"/>
                  <a:gd name="csY0" fmla="*/ 19050 h 304800"/>
                  <a:gd name="csX1" fmla="*/ 298450 w 869950"/>
                  <a:gd name="csY1" fmla="*/ 304800 h 304800"/>
                  <a:gd name="csX2" fmla="*/ 650875 w 869950"/>
                  <a:gd name="csY2" fmla="*/ 0 h 304800"/>
                  <a:gd name="csX3" fmla="*/ 869950 w 869950"/>
                  <a:gd name="csY3" fmla="*/ 301625 h 304800"/>
                  <a:gd name="csX0" fmla="*/ 0 w 650875"/>
                  <a:gd name="csY0" fmla="*/ 19050 h 304800"/>
                  <a:gd name="csX1" fmla="*/ 298450 w 650875"/>
                  <a:gd name="csY1" fmla="*/ 304800 h 304800"/>
                  <a:gd name="csX2" fmla="*/ 650875 w 650875"/>
                  <a:gd name="csY2" fmla="*/ 0 h 304800"/>
                  <a:gd name="csX0" fmla="*/ 0 w 650875"/>
                  <a:gd name="csY0" fmla="*/ 19050 h 304800"/>
                  <a:gd name="csX1" fmla="*/ 298450 w 650875"/>
                  <a:gd name="csY1" fmla="*/ 304800 h 304800"/>
                  <a:gd name="csX2" fmla="*/ 650875 w 650875"/>
                  <a:gd name="csY2" fmla="*/ 0 h 304800"/>
                  <a:gd name="csX0" fmla="*/ 0 w 650875"/>
                  <a:gd name="csY0" fmla="*/ 19050 h 304800"/>
                  <a:gd name="csX1" fmla="*/ 298450 w 650875"/>
                  <a:gd name="csY1" fmla="*/ 304800 h 304800"/>
                  <a:gd name="csX2" fmla="*/ 650875 w 650875"/>
                  <a:gd name="csY2" fmla="*/ 0 h 304800"/>
                  <a:gd name="csX0" fmla="*/ 0 w 650875"/>
                  <a:gd name="csY0" fmla="*/ 19050 h 304800"/>
                  <a:gd name="csX1" fmla="*/ 298450 w 650875"/>
                  <a:gd name="csY1" fmla="*/ 304800 h 304800"/>
                  <a:gd name="csX2" fmla="*/ 650875 w 650875"/>
                  <a:gd name="csY2" fmla="*/ 0 h 304800"/>
                  <a:gd name="csX0" fmla="*/ 0 w 618418"/>
                  <a:gd name="csY0" fmla="*/ 0 h 285750"/>
                  <a:gd name="csX1" fmla="*/ 298450 w 618418"/>
                  <a:gd name="csY1" fmla="*/ 285750 h 285750"/>
                  <a:gd name="csX2" fmla="*/ 618418 w 618418"/>
                  <a:gd name="csY2" fmla="*/ 9525 h 285750"/>
                  <a:gd name="csX0" fmla="*/ 0 w 618418"/>
                  <a:gd name="csY0" fmla="*/ 0 h 285750"/>
                  <a:gd name="csX1" fmla="*/ 298450 w 618418"/>
                  <a:gd name="csY1" fmla="*/ 285750 h 285750"/>
                  <a:gd name="csX2" fmla="*/ 618418 w 618418"/>
                  <a:gd name="csY2" fmla="*/ 9525 h 285750"/>
                  <a:gd name="csX0" fmla="*/ 0 w 618418"/>
                  <a:gd name="csY0" fmla="*/ 0 h 285750"/>
                  <a:gd name="csX1" fmla="*/ 298450 w 618418"/>
                  <a:gd name="csY1" fmla="*/ 285750 h 285750"/>
                  <a:gd name="csX2" fmla="*/ 618418 w 618418"/>
                  <a:gd name="csY2" fmla="*/ 9525 h 285750"/>
                  <a:gd name="csX0" fmla="*/ 0 w 618418"/>
                  <a:gd name="csY0" fmla="*/ 0 h 285750"/>
                  <a:gd name="csX1" fmla="*/ 298450 w 618418"/>
                  <a:gd name="csY1" fmla="*/ 285750 h 285750"/>
                  <a:gd name="csX2" fmla="*/ 618418 w 618418"/>
                  <a:gd name="csY2" fmla="*/ 9525 h 285750"/>
                  <a:gd name="csX0" fmla="*/ 0 w 618418"/>
                  <a:gd name="csY0" fmla="*/ 0 h 285750"/>
                  <a:gd name="csX1" fmla="*/ 298450 w 618418"/>
                  <a:gd name="csY1" fmla="*/ 285750 h 285750"/>
                  <a:gd name="csX2" fmla="*/ 618418 w 618418"/>
                  <a:gd name="csY2" fmla="*/ 9525 h 285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18418" h="285750">
                    <a:moveTo>
                      <a:pt x="0" y="0"/>
                    </a:moveTo>
                    <a:cubicBezTo>
                      <a:pt x="267517" y="257403"/>
                      <a:pt x="38568" y="38364"/>
                      <a:pt x="298450" y="285750"/>
                    </a:cubicBezTo>
                    <a:cubicBezTo>
                      <a:pt x="572467" y="47548"/>
                      <a:pt x="308207" y="273844"/>
                      <a:pt x="618418" y="9525"/>
                    </a:cubicBezTo>
                  </a:path>
                </a:pathLst>
              </a:custGeom>
              <a:noFill/>
              <a:ln w="920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4" name="フリーフォーム: 図形 33">
                <a:extLst>
                  <a:ext uri="{FF2B5EF4-FFF2-40B4-BE49-F238E27FC236}">
                    <a16:creationId xmlns:a16="http://schemas.microsoft.com/office/drawing/2014/main" id="{99E4066B-11AA-915B-86E6-1A1AA5E6618B}"/>
                  </a:ext>
                </a:extLst>
              </p:cNvPr>
              <p:cNvSpPr/>
              <p:nvPr/>
            </p:nvSpPr>
            <p:spPr>
              <a:xfrm flipH="1">
                <a:off x="1349254" y="5372441"/>
                <a:ext cx="666808" cy="206829"/>
              </a:xfrm>
              <a:custGeom>
                <a:avLst/>
                <a:gdLst>
                  <a:gd name="csX0" fmla="*/ 0 w 1327150"/>
                  <a:gd name="csY0" fmla="*/ 0 h 314545"/>
                  <a:gd name="csX1" fmla="*/ 412750 w 1327150"/>
                  <a:gd name="csY1" fmla="*/ 304800 h 314545"/>
                  <a:gd name="csX2" fmla="*/ 663575 w 1327150"/>
                  <a:gd name="csY2" fmla="*/ 19050 h 314545"/>
                  <a:gd name="csX3" fmla="*/ 876300 w 1327150"/>
                  <a:gd name="csY3" fmla="*/ 314325 h 314545"/>
                  <a:gd name="csX4" fmla="*/ 1327150 w 1327150"/>
                  <a:gd name="csY4" fmla="*/ 57150 h 314545"/>
                  <a:gd name="csX0" fmla="*/ 0 w 1327150"/>
                  <a:gd name="csY0" fmla="*/ 0 h 314545"/>
                  <a:gd name="csX1" fmla="*/ 412750 w 1327150"/>
                  <a:gd name="csY1" fmla="*/ 304800 h 314545"/>
                  <a:gd name="csX2" fmla="*/ 663575 w 1327150"/>
                  <a:gd name="csY2" fmla="*/ 19050 h 314545"/>
                  <a:gd name="csX3" fmla="*/ 876300 w 1327150"/>
                  <a:gd name="csY3" fmla="*/ 314325 h 314545"/>
                  <a:gd name="csX4" fmla="*/ 1327150 w 1327150"/>
                  <a:gd name="csY4" fmla="*/ 57150 h 314545"/>
                  <a:gd name="csX0" fmla="*/ 0 w 1330325"/>
                  <a:gd name="csY0" fmla="*/ 0 h 314522"/>
                  <a:gd name="csX1" fmla="*/ 412750 w 1330325"/>
                  <a:gd name="csY1" fmla="*/ 304800 h 314522"/>
                  <a:gd name="csX2" fmla="*/ 663575 w 1330325"/>
                  <a:gd name="csY2" fmla="*/ 19050 h 314522"/>
                  <a:gd name="csX3" fmla="*/ 876300 w 1330325"/>
                  <a:gd name="csY3" fmla="*/ 314325 h 314522"/>
                  <a:gd name="csX4" fmla="*/ 1330325 w 1330325"/>
                  <a:gd name="csY4" fmla="*/ 41275 h 314522"/>
                  <a:gd name="csX0" fmla="*/ 0 w 1330325"/>
                  <a:gd name="csY0" fmla="*/ 0 h 314535"/>
                  <a:gd name="csX1" fmla="*/ 412750 w 1330325"/>
                  <a:gd name="csY1" fmla="*/ 304800 h 314535"/>
                  <a:gd name="csX2" fmla="*/ 663575 w 1330325"/>
                  <a:gd name="csY2" fmla="*/ 19050 h 314535"/>
                  <a:gd name="csX3" fmla="*/ 876300 w 1330325"/>
                  <a:gd name="csY3" fmla="*/ 314325 h 314535"/>
                  <a:gd name="csX4" fmla="*/ 1330325 w 1330325"/>
                  <a:gd name="csY4" fmla="*/ 41275 h 314535"/>
                  <a:gd name="csX0" fmla="*/ 0 w 1333500"/>
                  <a:gd name="csY0" fmla="*/ 25407 h 295492"/>
                  <a:gd name="csX1" fmla="*/ 415925 w 1333500"/>
                  <a:gd name="csY1" fmla="*/ 285757 h 295492"/>
                  <a:gd name="csX2" fmla="*/ 666750 w 1333500"/>
                  <a:gd name="csY2" fmla="*/ 7 h 295492"/>
                  <a:gd name="csX3" fmla="*/ 879475 w 1333500"/>
                  <a:gd name="csY3" fmla="*/ 295282 h 295492"/>
                  <a:gd name="csX4" fmla="*/ 1333500 w 1333500"/>
                  <a:gd name="csY4" fmla="*/ 22232 h 295492"/>
                  <a:gd name="csX0" fmla="*/ 0 w 1333500"/>
                  <a:gd name="csY0" fmla="*/ 25407 h 295492"/>
                  <a:gd name="csX1" fmla="*/ 415925 w 1333500"/>
                  <a:gd name="csY1" fmla="*/ 285757 h 295492"/>
                  <a:gd name="csX2" fmla="*/ 666750 w 1333500"/>
                  <a:gd name="csY2" fmla="*/ 7 h 295492"/>
                  <a:gd name="csX3" fmla="*/ 879475 w 1333500"/>
                  <a:gd name="csY3" fmla="*/ 295282 h 295492"/>
                  <a:gd name="csX4" fmla="*/ 1333500 w 1333500"/>
                  <a:gd name="csY4" fmla="*/ 22232 h 295492"/>
                  <a:gd name="csX0" fmla="*/ 0 w 1333500"/>
                  <a:gd name="csY0" fmla="*/ 25410 h 295495"/>
                  <a:gd name="csX1" fmla="*/ 415925 w 1333500"/>
                  <a:gd name="csY1" fmla="*/ 285760 h 295495"/>
                  <a:gd name="csX2" fmla="*/ 666750 w 1333500"/>
                  <a:gd name="csY2" fmla="*/ 10 h 295495"/>
                  <a:gd name="csX3" fmla="*/ 879475 w 1333500"/>
                  <a:gd name="csY3" fmla="*/ 295285 h 295495"/>
                  <a:gd name="csX4" fmla="*/ 1333500 w 1333500"/>
                  <a:gd name="csY4" fmla="*/ 22235 h 295495"/>
                  <a:gd name="csX0" fmla="*/ 0 w 1333500"/>
                  <a:gd name="csY0" fmla="*/ 25410 h 295495"/>
                  <a:gd name="csX1" fmla="*/ 415925 w 1333500"/>
                  <a:gd name="csY1" fmla="*/ 285760 h 295495"/>
                  <a:gd name="csX2" fmla="*/ 666750 w 1333500"/>
                  <a:gd name="csY2" fmla="*/ 10 h 295495"/>
                  <a:gd name="csX3" fmla="*/ 879475 w 1333500"/>
                  <a:gd name="csY3" fmla="*/ 295285 h 295495"/>
                  <a:gd name="csX4" fmla="*/ 1333500 w 1333500"/>
                  <a:gd name="csY4" fmla="*/ 22235 h 295495"/>
                  <a:gd name="csX0" fmla="*/ 0 w 1333500"/>
                  <a:gd name="csY0" fmla="*/ 25410 h 295285"/>
                  <a:gd name="csX1" fmla="*/ 415925 w 1333500"/>
                  <a:gd name="csY1" fmla="*/ 285760 h 295285"/>
                  <a:gd name="csX2" fmla="*/ 666750 w 1333500"/>
                  <a:gd name="csY2" fmla="*/ 10 h 295285"/>
                  <a:gd name="csX3" fmla="*/ 879475 w 1333500"/>
                  <a:gd name="csY3" fmla="*/ 295285 h 295285"/>
                  <a:gd name="csX4" fmla="*/ 1333500 w 1333500"/>
                  <a:gd name="csY4" fmla="*/ 22235 h 295285"/>
                  <a:gd name="csX0" fmla="*/ 0 w 1333500"/>
                  <a:gd name="csY0" fmla="*/ 25409 h 304809"/>
                  <a:gd name="csX1" fmla="*/ 314325 w 1333500"/>
                  <a:gd name="csY1" fmla="*/ 304809 h 304809"/>
                  <a:gd name="csX2" fmla="*/ 666750 w 1333500"/>
                  <a:gd name="csY2" fmla="*/ 9 h 304809"/>
                  <a:gd name="csX3" fmla="*/ 879475 w 1333500"/>
                  <a:gd name="csY3" fmla="*/ 295284 h 304809"/>
                  <a:gd name="csX4" fmla="*/ 1333500 w 1333500"/>
                  <a:gd name="csY4" fmla="*/ 22234 h 304809"/>
                  <a:gd name="csX0" fmla="*/ 0 w 1333500"/>
                  <a:gd name="csY0" fmla="*/ 25409 h 304809"/>
                  <a:gd name="csX1" fmla="*/ 314325 w 1333500"/>
                  <a:gd name="csY1" fmla="*/ 304809 h 304809"/>
                  <a:gd name="csX2" fmla="*/ 666750 w 1333500"/>
                  <a:gd name="csY2" fmla="*/ 9 h 304809"/>
                  <a:gd name="csX3" fmla="*/ 879475 w 1333500"/>
                  <a:gd name="csY3" fmla="*/ 295284 h 304809"/>
                  <a:gd name="csX4" fmla="*/ 1333500 w 1333500"/>
                  <a:gd name="csY4" fmla="*/ 22234 h 304809"/>
                  <a:gd name="csX0" fmla="*/ 0 w 1333500"/>
                  <a:gd name="csY0" fmla="*/ 25409 h 304809"/>
                  <a:gd name="csX1" fmla="*/ 314325 w 1333500"/>
                  <a:gd name="csY1" fmla="*/ 304809 h 304809"/>
                  <a:gd name="csX2" fmla="*/ 666750 w 1333500"/>
                  <a:gd name="csY2" fmla="*/ 9 h 304809"/>
                  <a:gd name="csX3" fmla="*/ 879475 w 1333500"/>
                  <a:gd name="csY3" fmla="*/ 295284 h 304809"/>
                  <a:gd name="csX4" fmla="*/ 1333500 w 1333500"/>
                  <a:gd name="csY4" fmla="*/ 22234 h 304809"/>
                  <a:gd name="csX0" fmla="*/ 0 w 1333500"/>
                  <a:gd name="csY0" fmla="*/ 25409 h 304809"/>
                  <a:gd name="csX1" fmla="*/ 314325 w 1333500"/>
                  <a:gd name="csY1" fmla="*/ 304809 h 304809"/>
                  <a:gd name="csX2" fmla="*/ 666750 w 1333500"/>
                  <a:gd name="csY2" fmla="*/ 9 h 304809"/>
                  <a:gd name="csX3" fmla="*/ 879475 w 1333500"/>
                  <a:gd name="csY3" fmla="*/ 295284 h 304809"/>
                  <a:gd name="csX4" fmla="*/ 1333500 w 1333500"/>
                  <a:gd name="csY4" fmla="*/ 22234 h 304809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79475 w 1333500"/>
                  <a:gd name="csY3" fmla="*/ 295275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9000 w 1333500"/>
                  <a:gd name="csY3" fmla="*/ 279400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5825 w 1333500"/>
                  <a:gd name="csY3" fmla="*/ 301625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5825 w 1333500"/>
                  <a:gd name="csY3" fmla="*/ 301625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5825 w 1333500"/>
                  <a:gd name="csY3" fmla="*/ 301625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5825 w 1333500"/>
                  <a:gd name="csY3" fmla="*/ 301625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5825 w 1333500"/>
                  <a:gd name="csY3" fmla="*/ 301625 h 304800"/>
                  <a:gd name="csX4" fmla="*/ 1333500 w 1333500"/>
                  <a:gd name="csY4" fmla="*/ 22225 h 304800"/>
                  <a:gd name="csX0" fmla="*/ 0 w 1333500"/>
                  <a:gd name="csY0" fmla="*/ 25400 h 304800"/>
                  <a:gd name="csX1" fmla="*/ 314325 w 1333500"/>
                  <a:gd name="csY1" fmla="*/ 304800 h 304800"/>
                  <a:gd name="csX2" fmla="*/ 666750 w 1333500"/>
                  <a:gd name="csY2" fmla="*/ 0 h 304800"/>
                  <a:gd name="csX3" fmla="*/ 885825 w 1333500"/>
                  <a:gd name="csY3" fmla="*/ 301625 h 304800"/>
                  <a:gd name="csX4" fmla="*/ 1333500 w 1333500"/>
                  <a:gd name="csY4" fmla="*/ 22225 h 304800"/>
                  <a:gd name="csX0" fmla="*/ 0 w 1247775"/>
                  <a:gd name="csY0" fmla="*/ 25400 h 304800"/>
                  <a:gd name="csX1" fmla="*/ 314325 w 1247775"/>
                  <a:gd name="csY1" fmla="*/ 304800 h 304800"/>
                  <a:gd name="csX2" fmla="*/ 666750 w 1247775"/>
                  <a:gd name="csY2" fmla="*/ 0 h 304800"/>
                  <a:gd name="csX3" fmla="*/ 885825 w 1247775"/>
                  <a:gd name="csY3" fmla="*/ 301625 h 304800"/>
                  <a:gd name="csX4" fmla="*/ 1247775 w 1247775"/>
                  <a:gd name="csY4" fmla="*/ 15875 h 304800"/>
                  <a:gd name="csX0" fmla="*/ 0 w 1206500"/>
                  <a:gd name="csY0" fmla="*/ 12700 h 304800"/>
                  <a:gd name="csX1" fmla="*/ 273050 w 1206500"/>
                  <a:gd name="csY1" fmla="*/ 304800 h 304800"/>
                  <a:gd name="csX2" fmla="*/ 625475 w 1206500"/>
                  <a:gd name="csY2" fmla="*/ 0 h 304800"/>
                  <a:gd name="csX3" fmla="*/ 844550 w 1206500"/>
                  <a:gd name="csY3" fmla="*/ 301625 h 304800"/>
                  <a:gd name="csX4" fmla="*/ 1206500 w 1206500"/>
                  <a:gd name="csY4" fmla="*/ 15875 h 304800"/>
                  <a:gd name="csX0" fmla="*/ 0 w 1231900"/>
                  <a:gd name="csY0" fmla="*/ 19050 h 304800"/>
                  <a:gd name="csX1" fmla="*/ 298450 w 1231900"/>
                  <a:gd name="csY1" fmla="*/ 304800 h 304800"/>
                  <a:gd name="csX2" fmla="*/ 650875 w 1231900"/>
                  <a:gd name="csY2" fmla="*/ 0 h 304800"/>
                  <a:gd name="csX3" fmla="*/ 869950 w 1231900"/>
                  <a:gd name="csY3" fmla="*/ 301625 h 304800"/>
                  <a:gd name="csX4" fmla="*/ 1231900 w 1231900"/>
                  <a:gd name="csY4" fmla="*/ 15875 h 304800"/>
                  <a:gd name="csX0" fmla="*/ 0 w 1231900"/>
                  <a:gd name="csY0" fmla="*/ 19050 h 304800"/>
                  <a:gd name="csX1" fmla="*/ 298450 w 1231900"/>
                  <a:gd name="csY1" fmla="*/ 304800 h 304800"/>
                  <a:gd name="csX2" fmla="*/ 650875 w 1231900"/>
                  <a:gd name="csY2" fmla="*/ 0 h 304800"/>
                  <a:gd name="csX3" fmla="*/ 869950 w 1231900"/>
                  <a:gd name="csY3" fmla="*/ 301625 h 304800"/>
                  <a:gd name="csX4" fmla="*/ 1231900 w 1231900"/>
                  <a:gd name="csY4" fmla="*/ 15875 h 304800"/>
                  <a:gd name="csX0" fmla="*/ 0 w 1231900"/>
                  <a:gd name="csY0" fmla="*/ 19050 h 304800"/>
                  <a:gd name="csX1" fmla="*/ 298450 w 1231900"/>
                  <a:gd name="csY1" fmla="*/ 304800 h 304800"/>
                  <a:gd name="csX2" fmla="*/ 650875 w 1231900"/>
                  <a:gd name="csY2" fmla="*/ 0 h 304800"/>
                  <a:gd name="csX3" fmla="*/ 869950 w 1231900"/>
                  <a:gd name="csY3" fmla="*/ 301625 h 304800"/>
                  <a:gd name="csX4" fmla="*/ 1231900 w 1231900"/>
                  <a:gd name="csY4" fmla="*/ 15875 h 304800"/>
                  <a:gd name="csX0" fmla="*/ 0 w 869950"/>
                  <a:gd name="csY0" fmla="*/ 19050 h 304800"/>
                  <a:gd name="csX1" fmla="*/ 298450 w 869950"/>
                  <a:gd name="csY1" fmla="*/ 304800 h 304800"/>
                  <a:gd name="csX2" fmla="*/ 650875 w 869950"/>
                  <a:gd name="csY2" fmla="*/ 0 h 304800"/>
                  <a:gd name="csX3" fmla="*/ 869950 w 869950"/>
                  <a:gd name="csY3" fmla="*/ 301625 h 304800"/>
                  <a:gd name="csX0" fmla="*/ 0 w 650875"/>
                  <a:gd name="csY0" fmla="*/ 19050 h 304800"/>
                  <a:gd name="csX1" fmla="*/ 298450 w 650875"/>
                  <a:gd name="csY1" fmla="*/ 304800 h 304800"/>
                  <a:gd name="csX2" fmla="*/ 650875 w 650875"/>
                  <a:gd name="csY2" fmla="*/ 0 h 304800"/>
                  <a:gd name="csX0" fmla="*/ 0 w 650875"/>
                  <a:gd name="csY0" fmla="*/ 19050 h 304800"/>
                  <a:gd name="csX1" fmla="*/ 298450 w 650875"/>
                  <a:gd name="csY1" fmla="*/ 304800 h 304800"/>
                  <a:gd name="csX2" fmla="*/ 650875 w 650875"/>
                  <a:gd name="csY2" fmla="*/ 0 h 304800"/>
                  <a:gd name="csX0" fmla="*/ 0 w 650875"/>
                  <a:gd name="csY0" fmla="*/ 19050 h 304800"/>
                  <a:gd name="csX1" fmla="*/ 298450 w 650875"/>
                  <a:gd name="csY1" fmla="*/ 304800 h 304800"/>
                  <a:gd name="csX2" fmla="*/ 650875 w 650875"/>
                  <a:gd name="csY2" fmla="*/ 0 h 304800"/>
                  <a:gd name="csX0" fmla="*/ 0 w 650875"/>
                  <a:gd name="csY0" fmla="*/ 19050 h 304800"/>
                  <a:gd name="csX1" fmla="*/ 298450 w 650875"/>
                  <a:gd name="csY1" fmla="*/ 304800 h 304800"/>
                  <a:gd name="csX2" fmla="*/ 650875 w 650875"/>
                  <a:gd name="csY2" fmla="*/ 0 h 304800"/>
                  <a:gd name="csX0" fmla="*/ 0 w 618418"/>
                  <a:gd name="csY0" fmla="*/ 0 h 285750"/>
                  <a:gd name="csX1" fmla="*/ 298450 w 618418"/>
                  <a:gd name="csY1" fmla="*/ 285750 h 285750"/>
                  <a:gd name="csX2" fmla="*/ 618418 w 618418"/>
                  <a:gd name="csY2" fmla="*/ 9525 h 285750"/>
                  <a:gd name="csX0" fmla="*/ 0 w 618418"/>
                  <a:gd name="csY0" fmla="*/ 0 h 285750"/>
                  <a:gd name="csX1" fmla="*/ 298450 w 618418"/>
                  <a:gd name="csY1" fmla="*/ 285750 h 285750"/>
                  <a:gd name="csX2" fmla="*/ 618418 w 618418"/>
                  <a:gd name="csY2" fmla="*/ 9525 h 285750"/>
                  <a:gd name="csX0" fmla="*/ 0 w 618418"/>
                  <a:gd name="csY0" fmla="*/ 0 h 285750"/>
                  <a:gd name="csX1" fmla="*/ 298450 w 618418"/>
                  <a:gd name="csY1" fmla="*/ 285750 h 285750"/>
                  <a:gd name="csX2" fmla="*/ 618418 w 618418"/>
                  <a:gd name="csY2" fmla="*/ 9525 h 285750"/>
                  <a:gd name="csX0" fmla="*/ 0 w 618418"/>
                  <a:gd name="csY0" fmla="*/ 0 h 285750"/>
                  <a:gd name="csX1" fmla="*/ 298450 w 618418"/>
                  <a:gd name="csY1" fmla="*/ 285750 h 285750"/>
                  <a:gd name="csX2" fmla="*/ 618418 w 618418"/>
                  <a:gd name="csY2" fmla="*/ 9525 h 285750"/>
                  <a:gd name="csX0" fmla="*/ 0 w 618418"/>
                  <a:gd name="csY0" fmla="*/ 0 h 285750"/>
                  <a:gd name="csX1" fmla="*/ 298450 w 618418"/>
                  <a:gd name="csY1" fmla="*/ 285750 h 285750"/>
                  <a:gd name="csX2" fmla="*/ 618418 w 618418"/>
                  <a:gd name="csY2" fmla="*/ 9525 h 285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18418" h="285750">
                    <a:moveTo>
                      <a:pt x="0" y="0"/>
                    </a:moveTo>
                    <a:cubicBezTo>
                      <a:pt x="267517" y="257403"/>
                      <a:pt x="38568" y="38364"/>
                      <a:pt x="298450" y="285750"/>
                    </a:cubicBezTo>
                    <a:cubicBezTo>
                      <a:pt x="572467" y="47548"/>
                      <a:pt x="308207" y="273844"/>
                      <a:pt x="618418" y="9525"/>
                    </a:cubicBezTo>
                  </a:path>
                </a:pathLst>
              </a:custGeom>
              <a:noFill/>
              <a:ln w="920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39" name="台形 38">
            <a:extLst>
              <a:ext uri="{FF2B5EF4-FFF2-40B4-BE49-F238E27FC236}">
                <a16:creationId xmlns:a16="http://schemas.microsoft.com/office/drawing/2014/main" id="{2D8755EF-46CD-797F-76C7-0FEB7E4150B1}"/>
              </a:ext>
            </a:extLst>
          </p:cNvPr>
          <p:cNvSpPr/>
          <p:nvPr/>
        </p:nvSpPr>
        <p:spPr>
          <a:xfrm>
            <a:off x="3591398" y="4926603"/>
            <a:ext cx="445531" cy="246988"/>
          </a:xfrm>
          <a:prstGeom prst="trapezoid">
            <a:avLst>
              <a:gd name="adj" fmla="val 318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弧 39">
            <a:extLst>
              <a:ext uri="{FF2B5EF4-FFF2-40B4-BE49-F238E27FC236}">
                <a16:creationId xmlns:a16="http://schemas.microsoft.com/office/drawing/2014/main" id="{43F8A845-F8DB-3641-8C98-6D9BC0117D46}"/>
              </a:ext>
            </a:extLst>
          </p:cNvPr>
          <p:cNvSpPr/>
          <p:nvPr/>
        </p:nvSpPr>
        <p:spPr>
          <a:xfrm flipV="1">
            <a:off x="3320434" y="5692783"/>
            <a:ext cx="987458" cy="393692"/>
          </a:xfrm>
          <a:prstGeom prst="arc">
            <a:avLst>
              <a:gd name="adj1" fmla="val 10811153"/>
              <a:gd name="adj2" fmla="val 17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6DC7C240-95B7-0307-4D99-3723A53C5C0B}"/>
              </a:ext>
            </a:extLst>
          </p:cNvPr>
          <p:cNvGrpSpPr/>
          <p:nvPr/>
        </p:nvGrpSpPr>
        <p:grpSpPr>
          <a:xfrm flipV="1">
            <a:off x="3082925" y="5393331"/>
            <a:ext cx="1457323" cy="282523"/>
            <a:chOff x="729461" y="5372441"/>
            <a:chExt cx="1289410" cy="206829"/>
          </a:xfrm>
        </p:grpSpPr>
        <p:sp>
          <p:nvSpPr>
            <p:cNvPr id="42" name="フリーフォーム: 図形 41">
              <a:extLst>
                <a:ext uri="{FF2B5EF4-FFF2-40B4-BE49-F238E27FC236}">
                  <a16:creationId xmlns:a16="http://schemas.microsoft.com/office/drawing/2014/main" id="{53E42D0E-B3F2-2261-D2B6-615D1CACE1A5}"/>
                </a:ext>
              </a:extLst>
            </p:cNvPr>
            <p:cNvSpPr/>
            <p:nvPr/>
          </p:nvSpPr>
          <p:spPr>
            <a:xfrm>
              <a:off x="729461" y="5372441"/>
              <a:ext cx="666808" cy="206829"/>
            </a:xfrm>
            <a:custGeom>
              <a:avLst/>
              <a:gdLst>
                <a:gd name="csX0" fmla="*/ 0 w 1327150"/>
                <a:gd name="csY0" fmla="*/ 0 h 314545"/>
                <a:gd name="csX1" fmla="*/ 412750 w 1327150"/>
                <a:gd name="csY1" fmla="*/ 304800 h 314545"/>
                <a:gd name="csX2" fmla="*/ 663575 w 1327150"/>
                <a:gd name="csY2" fmla="*/ 19050 h 314545"/>
                <a:gd name="csX3" fmla="*/ 876300 w 1327150"/>
                <a:gd name="csY3" fmla="*/ 314325 h 314545"/>
                <a:gd name="csX4" fmla="*/ 1327150 w 1327150"/>
                <a:gd name="csY4" fmla="*/ 57150 h 314545"/>
                <a:gd name="csX0" fmla="*/ 0 w 1327150"/>
                <a:gd name="csY0" fmla="*/ 0 h 314545"/>
                <a:gd name="csX1" fmla="*/ 412750 w 1327150"/>
                <a:gd name="csY1" fmla="*/ 304800 h 314545"/>
                <a:gd name="csX2" fmla="*/ 663575 w 1327150"/>
                <a:gd name="csY2" fmla="*/ 19050 h 314545"/>
                <a:gd name="csX3" fmla="*/ 876300 w 1327150"/>
                <a:gd name="csY3" fmla="*/ 314325 h 314545"/>
                <a:gd name="csX4" fmla="*/ 1327150 w 1327150"/>
                <a:gd name="csY4" fmla="*/ 57150 h 314545"/>
                <a:gd name="csX0" fmla="*/ 0 w 1330325"/>
                <a:gd name="csY0" fmla="*/ 0 h 314522"/>
                <a:gd name="csX1" fmla="*/ 412750 w 1330325"/>
                <a:gd name="csY1" fmla="*/ 304800 h 314522"/>
                <a:gd name="csX2" fmla="*/ 663575 w 1330325"/>
                <a:gd name="csY2" fmla="*/ 19050 h 314522"/>
                <a:gd name="csX3" fmla="*/ 876300 w 1330325"/>
                <a:gd name="csY3" fmla="*/ 314325 h 314522"/>
                <a:gd name="csX4" fmla="*/ 1330325 w 1330325"/>
                <a:gd name="csY4" fmla="*/ 41275 h 314522"/>
                <a:gd name="csX0" fmla="*/ 0 w 1330325"/>
                <a:gd name="csY0" fmla="*/ 0 h 314535"/>
                <a:gd name="csX1" fmla="*/ 412750 w 1330325"/>
                <a:gd name="csY1" fmla="*/ 304800 h 314535"/>
                <a:gd name="csX2" fmla="*/ 663575 w 1330325"/>
                <a:gd name="csY2" fmla="*/ 19050 h 314535"/>
                <a:gd name="csX3" fmla="*/ 876300 w 1330325"/>
                <a:gd name="csY3" fmla="*/ 314325 h 314535"/>
                <a:gd name="csX4" fmla="*/ 1330325 w 1330325"/>
                <a:gd name="csY4" fmla="*/ 41275 h 314535"/>
                <a:gd name="csX0" fmla="*/ 0 w 1333500"/>
                <a:gd name="csY0" fmla="*/ 25407 h 295492"/>
                <a:gd name="csX1" fmla="*/ 415925 w 1333500"/>
                <a:gd name="csY1" fmla="*/ 285757 h 295492"/>
                <a:gd name="csX2" fmla="*/ 666750 w 1333500"/>
                <a:gd name="csY2" fmla="*/ 7 h 295492"/>
                <a:gd name="csX3" fmla="*/ 879475 w 1333500"/>
                <a:gd name="csY3" fmla="*/ 295282 h 295492"/>
                <a:gd name="csX4" fmla="*/ 1333500 w 1333500"/>
                <a:gd name="csY4" fmla="*/ 22232 h 295492"/>
                <a:gd name="csX0" fmla="*/ 0 w 1333500"/>
                <a:gd name="csY0" fmla="*/ 25407 h 295492"/>
                <a:gd name="csX1" fmla="*/ 415925 w 1333500"/>
                <a:gd name="csY1" fmla="*/ 285757 h 295492"/>
                <a:gd name="csX2" fmla="*/ 666750 w 1333500"/>
                <a:gd name="csY2" fmla="*/ 7 h 295492"/>
                <a:gd name="csX3" fmla="*/ 879475 w 1333500"/>
                <a:gd name="csY3" fmla="*/ 295282 h 295492"/>
                <a:gd name="csX4" fmla="*/ 1333500 w 1333500"/>
                <a:gd name="csY4" fmla="*/ 22232 h 295492"/>
                <a:gd name="csX0" fmla="*/ 0 w 1333500"/>
                <a:gd name="csY0" fmla="*/ 25410 h 295495"/>
                <a:gd name="csX1" fmla="*/ 415925 w 1333500"/>
                <a:gd name="csY1" fmla="*/ 285760 h 295495"/>
                <a:gd name="csX2" fmla="*/ 666750 w 1333500"/>
                <a:gd name="csY2" fmla="*/ 10 h 295495"/>
                <a:gd name="csX3" fmla="*/ 879475 w 1333500"/>
                <a:gd name="csY3" fmla="*/ 295285 h 295495"/>
                <a:gd name="csX4" fmla="*/ 1333500 w 1333500"/>
                <a:gd name="csY4" fmla="*/ 22235 h 295495"/>
                <a:gd name="csX0" fmla="*/ 0 w 1333500"/>
                <a:gd name="csY0" fmla="*/ 25410 h 295495"/>
                <a:gd name="csX1" fmla="*/ 415925 w 1333500"/>
                <a:gd name="csY1" fmla="*/ 285760 h 295495"/>
                <a:gd name="csX2" fmla="*/ 666750 w 1333500"/>
                <a:gd name="csY2" fmla="*/ 10 h 295495"/>
                <a:gd name="csX3" fmla="*/ 879475 w 1333500"/>
                <a:gd name="csY3" fmla="*/ 295285 h 295495"/>
                <a:gd name="csX4" fmla="*/ 1333500 w 1333500"/>
                <a:gd name="csY4" fmla="*/ 22235 h 295495"/>
                <a:gd name="csX0" fmla="*/ 0 w 1333500"/>
                <a:gd name="csY0" fmla="*/ 25410 h 295285"/>
                <a:gd name="csX1" fmla="*/ 415925 w 1333500"/>
                <a:gd name="csY1" fmla="*/ 285760 h 295285"/>
                <a:gd name="csX2" fmla="*/ 666750 w 1333500"/>
                <a:gd name="csY2" fmla="*/ 10 h 295285"/>
                <a:gd name="csX3" fmla="*/ 879475 w 1333500"/>
                <a:gd name="csY3" fmla="*/ 295285 h 295285"/>
                <a:gd name="csX4" fmla="*/ 1333500 w 1333500"/>
                <a:gd name="csY4" fmla="*/ 22235 h 295285"/>
                <a:gd name="csX0" fmla="*/ 0 w 1333500"/>
                <a:gd name="csY0" fmla="*/ 25409 h 304809"/>
                <a:gd name="csX1" fmla="*/ 314325 w 1333500"/>
                <a:gd name="csY1" fmla="*/ 304809 h 304809"/>
                <a:gd name="csX2" fmla="*/ 666750 w 1333500"/>
                <a:gd name="csY2" fmla="*/ 9 h 304809"/>
                <a:gd name="csX3" fmla="*/ 879475 w 1333500"/>
                <a:gd name="csY3" fmla="*/ 295284 h 304809"/>
                <a:gd name="csX4" fmla="*/ 1333500 w 1333500"/>
                <a:gd name="csY4" fmla="*/ 22234 h 304809"/>
                <a:gd name="csX0" fmla="*/ 0 w 1333500"/>
                <a:gd name="csY0" fmla="*/ 25409 h 304809"/>
                <a:gd name="csX1" fmla="*/ 314325 w 1333500"/>
                <a:gd name="csY1" fmla="*/ 304809 h 304809"/>
                <a:gd name="csX2" fmla="*/ 666750 w 1333500"/>
                <a:gd name="csY2" fmla="*/ 9 h 304809"/>
                <a:gd name="csX3" fmla="*/ 879475 w 1333500"/>
                <a:gd name="csY3" fmla="*/ 295284 h 304809"/>
                <a:gd name="csX4" fmla="*/ 1333500 w 1333500"/>
                <a:gd name="csY4" fmla="*/ 22234 h 304809"/>
                <a:gd name="csX0" fmla="*/ 0 w 1333500"/>
                <a:gd name="csY0" fmla="*/ 25409 h 304809"/>
                <a:gd name="csX1" fmla="*/ 314325 w 1333500"/>
                <a:gd name="csY1" fmla="*/ 304809 h 304809"/>
                <a:gd name="csX2" fmla="*/ 666750 w 1333500"/>
                <a:gd name="csY2" fmla="*/ 9 h 304809"/>
                <a:gd name="csX3" fmla="*/ 879475 w 1333500"/>
                <a:gd name="csY3" fmla="*/ 295284 h 304809"/>
                <a:gd name="csX4" fmla="*/ 1333500 w 1333500"/>
                <a:gd name="csY4" fmla="*/ 22234 h 304809"/>
                <a:gd name="csX0" fmla="*/ 0 w 1333500"/>
                <a:gd name="csY0" fmla="*/ 25409 h 304809"/>
                <a:gd name="csX1" fmla="*/ 314325 w 1333500"/>
                <a:gd name="csY1" fmla="*/ 304809 h 304809"/>
                <a:gd name="csX2" fmla="*/ 666750 w 1333500"/>
                <a:gd name="csY2" fmla="*/ 9 h 304809"/>
                <a:gd name="csX3" fmla="*/ 879475 w 1333500"/>
                <a:gd name="csY3" fmla="*/ 295284 h 304809"/>
                <a:gd name="csX4" fmla="*/ 1333500 w 1333500"/>
                <a:gd name="csY4" fmla="*/ 22234 h 304809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79475 w 1333500"/>
                <a:gd name="csY3" fmla="*/ 295275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9000 w 1333500"/>
                <a:gd name="csY3" fmla="*/ 279400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5825 w 1333500"/>
                <a:gd name="csY3" fmla="*/ 301625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5825 w 1333500"/>
                <a:gd name="csY3" fmla="*/ 301625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5825 w 1333500"/>
                <a:gd name="csY3" fmla="*/ 301625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5825 w 1333500"/>
                <a:gd name="csY3" fmla="*/ 301625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5825 w 1333500"/>
                <a:gd name="csY3" fmla="*/ 301625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5825 w 1333500"/>
                <a:gd name="csY3" fmla="*/ 301625 h 304800"/>
                <a:gd name="csX4" fmla="*/ 1333500 w 1333500"/>
                <a:gd name="csY4" fmla="*/ 22225 h 304800"/>
                <a:gd name="csX0" fmla="*/ 0 w 1247775"/>
                <a:gd name="csY0" fmla="*/ 25400 h 304800"/>
                <a:gd name="csX1" fmla="*/ 314325 w 1247775"/>
                <a:gd name="csY1" fmla="*/ 304800 h 304800"/>
                <a:gd name="csX2" fmla="*/ 666750 w 1247775"/>
                <a:gd name="csY2" fmla="*/ 0 h 304800"/>
                <a:gd name="csX3" fmla="*/ 885825 w 1247775"/>
                <a:gd name="csY3" fmla="*/ 301625 h 304800"/>
                <a:gd name="csX4" fmla="*/ 1247775 w 1247775"/>
                <a:gd name="csY4" fmla="*/ 15875 h 304800"/>
                <a:gd name="csX0" fmla="*/ 0 w 1206500"/>
                <a:gd name="csY0" fmla="*/ 12700 h 304800"/>
                <a:gd name="csX1" fmla="*/ 273050 w 1206500"/>
                <a:gd name="csY1" fmla="*/ 304800 h 304800"/>
                <a:gd name="csX2" fmla="*/ 625475 w 1206500"/>
                <a:gd name="csY2" fmla="*/ 0 h 304800"/>
                <a:gd name="csX3" fmla="*/ 844550 w 1206500"/>
                <a:gd name="csY3" fmla="*/ 301625 h 304800"/>
                <a:gd name="csX4" fmla="*/ 1206500 w 1206500"/>
                <a:gd name="csY4" fmla="*/ 15875 h 304800"/>
                <a:gd name="csX0" fmla="*/ 0 w 1231900"/>
                <a:gd name="csY0" fmla="*/ 19050 h 304800"/>
                <a:gd name="csX1" fmla="*/ 298450 w 1231900"/>
                <a:gd name="csY1" fmla="*/ 304800 h 304800"/>
                <a:gd name="csX2" fmla="*/ 650875 w 1231900"/>
                <a:gd name="csY2" fmla="*/ 0 h 304800"/>
                <a:gd name="csX3" fmla="*/ 869950 w 1231900"/>
                <a:gd name="csY3" fmla="*/ 301625 h 304800"/>
                <a:gd name="csX4" fmla="*/ 1231900 w 1231900"/>
                <a:gd name="csY4" fmla="*/ 15875 h 304800"/>
                <a:gd name="csX0" fmla="*/ 0 w 1231900"/>
                <a:gd name="csY0" fmla="*/ 19050 h 304800"/>
                <a:gd name="csX1" fmla="*/ 298450 w 1231900"/>
                <a:gd name="csY1" fmla="*/ 304800 h 304800"/>
                <a:gd name="csX2" fmla="*/ 650875 w 1231900"/>
                <a:gd name="csY2" fmla="*/ 0 h 304800"/>
                <a:gd name="csX3" fmla="*/ 869950 w 1231900"/>
                <a:gd name="csY3" fmla="*/ 301625 h 304800"/>
                <a:gd name="csX4" fmla="*/ 1231900 w 1231900"/>
                <a:gd name="csY4" fmla="*/ 15875 h 304800"/>
                <a:gd name="csX0" fmla="*/ 0 w 1231900"/>
                <a:gd name="csY0" fmla="*/ 19050 h 304800"/>
                <a:gd name="csX1" fmla="*/ 298450 w 1231900"/>
                <a:gd name="csY1" fmla="*/ 304800 h 304800"/>
                <a:gd name="csX2" fmla="*/ 650875 w 1231900"/>
                <a:gd name="csY2" fmla="*/ 0 h 304800"/>
                <a:gd name="csX3" fmla="*/ 869950 w 1231900"/>
                <a:gd name="csY3" fmla="*/ 301625 h 304800"/>
                <a:gd name="csX4" fmla="*/ 1231900 w 1231900"/>
                <a:gd name="csY4" fmla="*/ 15875 h 304800"/>
                <a:gd name="csX0" fmla="*/ 0 w 869950"/>
                <a:gd name="csY0" fmla="*/ 19050 h 304800"/>
                <a:gd name="csX1" fmla="*/ 298450 w 869950"/>
                <a:gd name="csY1" fmla="*/ 304800 h 304800"/>
                <a:gd name="csX2" fmla="*/ 650875 w 869950"/>
                <a:gd name="csY2" fmla="*/ 0 h 304800"/>
                <a:gd name="csX3" fmla="*/ 869950 w 869950"/>
                <a:gd name="csY3" fmla="*/ 301625 h 304800"/>
                <a:gd name="csX0" fmla="*/ 0 w 650875"/>
                <a:gd name="csY0" fmla="*/ 19050 h 304800"/>
                <a:gd name="csX1" fmla="*/ 298450 w 650875"/>
                <a:gd name="csY1" fmla="*/ 304800 h 304800"/>
                <a:gd name="csX2" fmla="*/ 650875 w 650875"/>
                <a:gd name="csY2" fmla="*/ 0 h 304800"/>
                <a:gd name="csX0" fmla="*/ 0 w 650875"/>
                <a:gd name="csY0" fmla="*/ 19050 h 304800"/>
                <a:gd name="csX1" fmla="*/ 298450 w 650875"/>
                <a:gd name="csY1" fmla="*/ 304800 h 304800"/>
                <a:gd name="csX2" fmla="*/ 650875 w 650875"/>
                <a:gd name="csY2" fmla="*/ 0 h 304800"/>
                <a:gd name="csX0" fmla="*/ 0 w 650875"/>
                <a:gd name="csY0" fmla="*/ 19050 h 304800"/>
                <a:gd name="csX1" fmla="*/ 298450 w 650875"/>
                <a:gd name="csY1" fmla="*/ 304800 h 304800"/>
                <a:gd name="csX2" fmla="*/ 650875 w 650875"/>
                <a:gd name="csY2" fmla="*/ 0 h 304800"/>
                <a:gd name="csX0" fmla="*/ 0 w 650875"/>
                <a:gd name="csY0" fmla="*/ 19050 h 304800"/>
                <a:gd name="csX1" fmla="*/ 298450 w 650875"/>
                <a:gd name="csY1" fmla="*/ 304800 h 304800"/>
                <a:gd name="csX2" fmla="*/ 650875 w 650875"/>
                <a:gd name="csY2" fmla="*/ 0 h 304800"/>
                <a:gd name="csX0" fmla="*/ 0 w 618418"/>
                <a:gd name="csY0" fmla="*/ 0 h 285750"/>
                <a:gd name="csX1" fmla="*/ 298450 w 618418"/>
                <a:gd name="csY1" fmla="*/ 285750 h 285750"/>
                <a:gd name="csX2" fmla="*/ 618418 w 618418"/>
                <a:gd name="csY2" fmla="*/ 9525 h 285750"/>
                <a:gd name="csX0" fmla="*/ 0 w 618418"/>
                <a:gd name="csY0" fmla="*/ 0 h 285750"/>
                <a:gd name="csX1" fmla="*/ 298450 w 618418"/>
                <a:gd name="csY1" fmla="*/ 285750 h 285750"/>
                <a:gd name="csX2" fmla="*/ 618418 w 618418"/>
                <a:gd name="csY2" fmla="*/ 9525 h 285750"/>
                <a:gd name="csX0" fmla="*/ 0 w 618418"/>
                <a:gd name="csY0" fmla="*/ 0 h 285750"/>
                <a:gd name="csX1" fmla="*/ 298450 w 618418"/>
                <a:gd name="csY1" fmla="*/ 285750 h 285750"/>
                <a:gd name="csX2" fmla="*/ 618418 w 618418"/>
                <a:gd name="csY2" fmla="*/ 9525 h 285750"/>
                <a:gd name="csX0" fmla="*/ 0 w 618418"/>
                <a:gd name="csY0" fmla="*/ 0 h 285750"/>
                <a:gd name="csX1" fmla="*/ 298450 w 618418"/>
                <a:gd name="csY1" fmla="*/ 285750 h 285750"/>
                <a:gd name="csX2" fmla="*/ 618418 w 618418"/>
                <a:gd name="csY2" fmla="*/ 9525 h 285750"/>
                <a:gd name="csX0" fmla="*/ 0 w 618418"/>
                <a:gd name="csY0" fmla="*/ 0 h 285750"/>
                <a:gd name="csX1" fmla="*/ 298450 w 618418"/>
                <a:gd name="csY1" fmla="*/ 285750 h 285750"/>
                <a:gd name="csX2" fmla="*/ 618418 w 618418"/>
                <a:gd name="csY2" fmla="*/ 9525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8418" h="285750">
                  <a:moveTo>
                    <a:pt x="0" y="0"/>
                  </a:moveTo>
                  <a:cubicBezTo>
                    <a:pt x="267517" y="257403"/>
                    <a:pt x="38568" y="38364"/>
                    <a:pt x="298450" y="285750"/>
                  </a:cubicBezTo>
                  <a:cubicBezTo>
                    <a:pt x="572467" y="47548"/>
                    <a:pt x="308207" y="273844"/>
                    <a:pt x="618418" y="9525"/>
                  </a:cubicBezTo>
                </a:path>
              </a:pathLst>
            </a:custGeom>
            <a:noFill/>
            <a:ln w="920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フリーフォーム: 図形 43">
              <a:extLst>
                <a:ext uri="{FF2B5EF4-FFF2-40B4-BE49-F238E27FC236}">
                  <a16:creationId xmlns:a16="http://schemas.microsoft.com/office/drawing/2014/main" id="{EAA21A3B-8F11-EC96-FCE2-931B67CD4F2D}"/>
                </a:ext>
              </a:extLst>
            </p:cNvPr>
            <p:cNvSpPr/>
            <p:nvPr/>
          </p:nvSpPr>
          <p:spPr>
            <a:xfrm flipH="1">
              <a:off x="1352063" y="5372441"/>
              <a:ext cx="666808" cy="206829"/>
            </a:xfrm>
            <a:custGeom>
              <a:avLst/>
              <a:gdLst>
                <a:gd name="csX0" fmla="*/ 0 w 1327150"/>
                <a:gd name="csY0" fmla="*/ 0 h 314545"/>
                <a:gd name="csX1" fmla="*/ 412750 w 1327150"/>
                <a:gd name="csY1" fmla="*/ 304800 h 314545"/>
                <a:gd name="csX2" fmla="*/ 663575 w 1327150"/>
                <a:gd name="csY2" fmla="*/ 19050 h 314545"/>
                <a:gd name="csX3" fmla="*/ 876300 w 1327150"/>
                <a:gd name="csY3" fmla="*/ 314325 h 314545"/>
                <a:gd name="csX4" fmla="*/ 1327150 w 1327150"/>
                <a:gd name="csY4" fmla="*/ 57150 h 314545"/>
                <a:gd name="csX0" fmla="*/ 0 w 1327150"/>
                <a:gd name="csY0" fmla="*/ 0 h 314545"/>
                <a:gd name="csX1" fmla="*/ 412750 w 1327150"/>
                <a:gd name="csY1" fmla="*/ 304800 h 314545"/>
                <a:gd name="csX2" fmla="*/ 663575 w 1327150"/>
                <a:gd name="csY2" fmla="*/ 19050 h 314545"/>
                <a:gd name="csX3" fmla="*/ 876300 w 1327150"/>
                <a:gd name="csY3" fmla="*/ 314325 h 314545"/>
                <a:gd name="csX4" fmla="*/ 1327150 w 1327150"/>
                <a:gd name="csY4" fmla="*/ 57150 h 314545"/>
                <a:gd name="csX0" fmla="*/ 0 w 1330325"/>
                <a:gd name="csY0" fmla="*/ 0 h 314522"/>
                <a:gd name="csX1" fmla="*/ 412750 w 1330325"/>
                <a:gd name="csY1" fmla="*/ 304800 h 314522"/>
                <a:gd name="csX2" fmla="*/ 663575 w 1330325"/>
                <a:gd name="csY2" fmla="*/ 19050 h 314522"/>
                <a:gd name="csX3" fmla="*/ 876300 w 1330325"/>
                <a:gd name="csY3" fmla="*/ 314325 h 314522"/>
                <a:gd name="csX4" fmla="*/ 1330325 w 1330325"/>
                <a:gd name="csY4" fmla="*/ 41275 h 314522"/>
                <a:gd name="csX0" fmla="*/ 0 w 1330325"/>
                <a:gd name="csY0" fmla="*/ 0 h 314535"/>
                <a:gd name="csX1" fmla="*/ 412750 w 1330325"/>
                <a:gd name="csY1" fmla="*/ 304800 h 314535"/>
                <a:gd name="csX2" fmla="*/ 663575 w 1330325"/>
                <a:gd name="csY2" fmla="*/ 19050 h 314535"/>
                <a:gd name="csX3" fmla="*/ 876300 w 1330325"/>
                <a:gd name="csY3" fmla="*/ 314325 h 314535"/>
                <a:gd name="csX4" fmla="*/ 1330325 w 1330325"/>
                <a:gd name="csY4" fmla="*/ 41275 h 314535"/>
                <a:gd name="csX0" fmla="*/ 0 w 1333500"/>
                <a:gd name="csY0" fmla="*/ 25407 h 295492"/>
                <a:gd name="csX1" fmla="*/ 415925 w 1333500"/>
                <a:gd name="csY1" fmla="*/ 285757 h 295492"/>
                <a:gd name="csX2" fmla="*/ 666750 w 1333500"/>
                <a:gd name="csY2" fmla="*/ 7 h 295492"/>
                <a:gd name="csX3" fmla="*/ 879475 w 1333500"/>
                <a:gd name="csY3" fmla="*/ 295282 h 295492"/>
                <a:gd name="csX4" fmla="*/ 1333500 w 1333500"/>
                <a:gd name="csY4" fmla="*/ 22232 h 295492"/>
                <a:gd name="csX0" fmla="*/ 0 w 1333500"/>
                <a:gd name="csY0" fmla="*/ 25407 h 295492"/>
                <a:gd name="csX1" fmla="*/ 415925 w 1333500"/>
                <a:gd name="csY1" fmla="*/ 285757 h 295492"/>
                <a:gd name="csX2" fmla="*/ 666750 w 1333500"/>
                <a:gd name="csY2" fmla="*/ 7 h 295492"/>
                <a:gd name="csX3" fmla="*/ 879475 w 1333500"/>
                <a:gd name="csY3" fmla="*/ 295282 h 295492"/>
                <a:gd name="csX4" fmla="*/ 1333500 w 1333500"/>
                <a:gd name="csY4" fmla="*/ 22232 h 295492"/>
                <a:gd name="csX0" fmla="*/ 0 w 1333500"/>
                <a:gd name="csY0" fmla="*/ 25410 h 295495"/>
                <a:gd name="csX1" fmla="*/ 415925 w 1333500"/>
                <a:gd name="csY1" fmla="*/ 285760 h 295495"/>
                <a:gd name="csX2" fmla="*/ 666750 w 1333500"/>
                <a:gd name="csY2" fmla="*/ 10 h 295495"/>
                <a:gd name="csX3" fmla="*/ 879475 w 1333500"/>
                <a:gd name="csY3" fmla="*/ 295285 h 295495"/>
                <a:gd name="csX4" fmla="*/ 1333500 w 1333500"/>
                <a:gd name="csY4" fmla="*/ 22235 h 295495"/>
                <a:gd name="csX0" fmla="*/ 0 w 1333500"/>
                <a:gd name="csY0" fmla="*/ 25410 h 295495"/>
                <a:gd name="csX1" fmla="*/ 415925 w 1333500"/>
                <a:gd name="csY1" fmla="*/ 285760 h 295495"/>
                <a:gd name="csX2" fmla="*/ 666750 w 1333500"/>
                <a:gd name="csY2" fmla="*/ 10 h 295495"/>
                <a:gd name="csX3" fmla="*/ 879475 w 1333500"/>
                <a:gd name="csY3" fmla="*/ 295285 h 295495"/>
                <a:gd name="csX4" fmla="*/ 1333500 w 1333500"/>
                <a:gd name="csY4" fmla="*/ 22235 h 295495"/>
                <a:gd name="csX0" fmla="*/ 0 w 1333500"/>
                <a:gd name="csY0" fmla="*/ 25410 h 295285"/>
                <a:gd name="csX1" fmla="*/ 415925 w 1333500"/>
                <a:gd name="csY1" fmla="*/ 285760 h 295285"/>
                <a:gd name="csX2" fmla="*/ 666750 w 1333500"/>
                <a:gd name="csY2" fmla="*/ 10 h 295285"/>
                <a:gd name="csX3" fmla="*/ 879475 w 1333500"/>
                <a:gd name="csY3" fmla="*/ 295285 h 295285"/>
                <a:gd name="csX4" fmla="*/ 1333500 w 1333500"/>
                <a:gd name="csY4" fmla="*/ 22235 h 295285"/>
                <a:gd name="csX0" fmla="*/ 0 w 1333500"/>
                <a:gd name="csY0" fmla="*/ 25409 h 304809"/>
                <a:gd name="csX1" fmla="*/ 314325 w 1333500"/>
                <a:gd name="csY1" fmla="*/ 304809 h 304809"/>
                <a:gd name="csX2" fmla="*/ 666750 w 1333500"/>
                <a:gd name="csY2" fmla="*/ 9 h 304809"/>
                <a:gd name="csX3" fmla="*/ 879475 w 1333500"/>
                <a:gd name="csY3" fmla="*/ 295284 h 304809"/>
                <a:gd name="csX4" fmla="*/ 1333500 w 1333500"/>
                <a:gd name="csY4" fmla="*/ 22234 h 304809"/>
                <a:gd name="csX0" fmla="*/ 0 w 1333500"/>
                <a:gd name="csY0" fmla="*/ 25409 h 304809"/>
                <a:gd name="csX1" fmla="*/ 314325 w 1333500"/>
                <a:gd name="csY1" fmla="*/ 304809 h 304809"/>
                <a:gd name="csX2" fmla="*/ 666750 w 1333500"/>
                <a:gd name="csY2" fmla="*/ 9 h 304809"/>
                <a:gd name="csX3" fmla="*/ 879475 w 1333500"/>
                <a:gd name="csY3" fmla="*/ 295284 h 304809"/>
                <a:gd name="csX4" fmla="*/ 1333500 w 1333500"/>
                <a:gd name="csY4" fmla="*/ 22234 h 304809"/>
                <a:gd name="csX0" fmla="*/ 0 w 1333500"/>
                <a:gd name="csY0" fmla="*/ 25409 h 304809"/>
                <a:gd name="csX1" fmla="*/ 314325 w 1333500"/>
                <a:gd name="csY1" fmla="*/ 304809 h 304809"/>
                <a:gd name="csX2" fmla="*/ 666750 w 1333500"/>
                <a:gd name="csY2" fmla="*/ 9 h 304809"/>
                <a:gd name="csX3" fmla="*/ 879475 w 1333500"/>
                <a:gd name="csY3" fmla="*/ 295284 h 304809"/>
                <a:gd name="csX4" fmla="*/ 1333500 w 1333500"/>
                <a:gd name="csY4" fmla="*/ 22234 h 304809"/>
                <a:gd name="csX0" fmla="*/ 0 w 1333500"/>
                <a:gd name="csY0" fmla="*/ 25409 h 304809"/>
                <a:gd name="csX1" fmla="*/ 314325 w 1333500"/>
                <a:gd name="csY1" fmla="*/ 304809 h 304809"/>
                <a:gd name="csX2" fmla="*/ 666750 w 1333500"/>
                <a:gd name="csY2" fmla="*/ 9 h 304809"/>
                <a:gd name="csX3" fmla="*/ 879475 w 1333500"/>
                <a:gd name="csY3" fmla="*/ 295284 h 304809"/>
                <a:gd name="csX4" fmla="*/ 1333500 w 1333500"/>
                <a:gd name="csY4" fmla="*/ 22234 h 304809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79475 w 1333500"/>
                <a:gd name="csY3" fmla="*/ 295275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9000 w 1333500"/>
                <a:gd name="csY3" fmla="*/ 279400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5825 w 1333500"/>
                <a:gd name="csY3" fmla="*/ 301625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5825 w 1333500"/>
                <a:gd name="csY3" fmla="*/ 301625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5825 w 1333500"/>
                <a:gd name="csY3" fmla="*/ 301625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5825 w 1333500"/>
                <a:gd name="csY3" fmla="*/ 301625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5825 w 1333500"/>
                <a:gd name="csY3" fmla="*/ 301625 h 304800"/>
                <a:gd name="csX4" fmla="*/ 1333500 w 1333500"/>
                <a:gd name="csY4" fmla="*/ 22225 h 304800"/>
                <a:gd name="csX0" fmla="*/ 0 w 1333500"/>
                <a:gd name="csY0" fmla="*/ 25400 h 304800"/>
                <a:gd name="csX1" fmla="*/ 314325 w 1333500"/>
                <a:gd name="csY1" fmla="*/ 304800 h 304800"/>
                <a:gd name="csX2" fmla="*/ 666750 w 1333500"/>
                <a:gd name="csY2" fmla="*/ 0 h 304800"/>
                <a:gd name="csX3" fmla="*/ 885825 w 1333500"/>
                <a:gd name="csY3" fmla="*/ 301625 h 304800"/>
                <a:gd name="csX4" fmla="*/ 1333500 w 1333500"/>
                <a:gd name="csY4" fmla="*/ 22225 h 304800"/>
                <a:gd name="csX0" fmla="*/ 0 w 1247775"/>
                <a:gd name="csY0" fmla="*/ 25400 h 304800"/>
                <a:gd name="csX1" fmla="*/ 314325 w 1247775"/>
                <a:gd name="csY1" fmla="*/ 304800 h 304800"/>
                <a:gd name="csX2" fmla="*/ 666750 w 1247775"/>
                <a:gd name="csY2" fmla="*/ 0 h 304800"/>
                <a:gd name="csX3" fmla="*/ 885825 w 1247775"/>
                <a:gd name="csY3" fmla="*/ 301625 h 304800"/>
                <a:gd name="csX4" fmla="*/ 1247775 w 1247775"/>
                <a:gd name="csY4" fmla="*/ 15875 h 304800"/>
                <a:gd name="csX0" fmla="*/ 0 w 1206500"/>
                <a:gd name="csY0" fmla="*/ 12700 h 304800"/>
                <a:gd name="csX1" fmla="*/ 273050 w 1206500"/>
                <a:gd name="csY1" fmla="*/ 304800 h 304800"/>
                <a:gd name="csX2" fmla="*/ 625475 w 1206500"/>
                <a:gd name="csY2" fmla="*/ 0 h 304800"/>
                <a:gd name="csX3" fmla="*/ 844550 w 1206500"/>
                <a:gd name="csY3" fmla="*/ 301625 h 304800"/>
                <a:gd name="csX4" fmla="*/ 1206500 w 1206500"/>
                <a:gd name="csY4" fmla="*/ 15875 h 304800"/>
                <a:gd name="csX0" fmla="*/ 0 w 1231900"/>
                <a:gd name="csY0" fmla="*/ 19050 h 304800"/>
                <a:gd name="csX1" fmla="*/ 298450 w 1231900"/>
                <a:gd name="csY1" fmla="*/ 304800 h 304800"/>
                <a:gd name="csX2" fmla="*/ 650875 w 1231900"/>
                <a:gd name="csY2" fmla="*/ 0 h 304800"/>
                <a:gd name="csX3" fmla="*/ 869950 w 1231900"/>
                <a:gd name="csY3" fmla="*/ 301625 h 304800"/>
                <a:gd name="csX4" fmla="*/ 1231900 w 1231900"/>
                <a:gd name="csY4" fmla="*/ 15875 h 304800"/>
                <a:gd name="csX0" fmla="*/ 0 w 1231900"/>
                <a:gd name="csY0" fmla="*/ 19050 h 304800"/>
                <a:gd name="csX1" fmla="*/ 298450 w 1231900"/>
                <a:gd name="csY1" fmla="*/ 304800 h 304800"/>
                <a:gd name="csX2" fmla="*/ 650875 w 1231900"/>
                <a:gd name="csY2" fmla="*/ 0 h 304800"/>
                <a:gd name="csX3" fmla="*/ 869950 w 1231900"/>
                <a:gd name="csY3" fmla="*/ 301625 h 304800"/>
                <a:gd name="csX4" fmla="*/ 1231900 w 1231900"/>
                <a:gd name="csY4" fmla="*/ 15875 h 304800"/>
                <a:gd name="csX0" fmla="*/ 0 w 1231900"/>
                <a:gd name="csY0" fmla="*/ 19050 h 304800"/>
                <a:gd name="csX1" fmla="*/ 298450 w 1231900"/>
                <a:gd name="csY1" fmla="*/ 304800 h 304800"/>
                <a:gd name="csX2" fmla="*/ 650875 w 1231900"/>
                <a:gd name="csY2" fmla="*/ 0 h 304800"/>
                <a:gd name="csX3" fmla="*/ 869950 w 1231900"/>
                <a:gd name="csY3" fmla="*/ 301625 h 304800"/>
                <a:gd name="csX4" fmla="*/ 1231900 w 1231900"/>
                <a:gd name="csY4" fmla="*/ 15875 h 304800"/>
                <a:gd name="csX0" fmla="*/ 0 w 869950"/>
                <a:gd name="csY0" fmla="*/ 19050 h 304800"/>
                <a:gd name="csX1" fmla="*/ 298450 w 869950"/>
                <a:gd name="csY1" fmla="*/ 304800 h 304800"/>
                <a:gd name="csX2" fmla="*/ 650875 w 869950"/>
                <a:gd name="csY2" fmla="*/ 0 h 304800"/>
                <a:gd name="csX3" fmla="*/ 869950 w 869950"/>
                <a:gd name="csY3" fmla="*/ 301625 h 304800"/>
                <a:gd name="csX0" fmla="*/ 0 w 650875"/>
                <a:gd name="csY0" fmla="*/ 19050 h 304800"/>
                <a:gd name="csX1" fmla="*/ 298450 w 650875"/>
                <a:gd name="csY1" fmla="*/ 304800 h 304800"/>
                <a:gd name="csX2" fmla="*/ 650875 w 650875"/>
                <a:gd name="csY2" fmla="*/ 0 h 304800"/>
                <a:gd name="csX0" fmla="*/ 0 w 650875"/>
                <a:gd name="csY0" fmla="*/ 19050 h 304800"/>
                <a:gd name="csX1" fmla="*/ 298450 w 650875"/>
                <a:gd name="csY1" fmla="*/ 304800 h 304800"/>
                <a:gd name="csX2" fmla="*/ 650875 w 650875"/>
                <a:gd name="csY2" fmla="*/ 0 h 304800"/>
                <a:gd name="csX0" fmla="*/ 0 w 650875"/>
                <a:gd name="csY0" fmla="*/ 19050 h 304800"/>
                <a:gd name="csX1" fmla="*/ 298450 w 650875"/>
                <a:gd name="csY1" fmla="*/ 304800 h 304800"/>
                <a:gd name="csX2" fmla="*/ 650875 w 650875"/>
                <a:gd name="csY2" fmla="*/ 0 h 304800"/>
                <a:gd name="csX0" fmla="*/ 0 w 650875"/>
                <a:gd name="csY0" fmla="*/ 19050 h 304800"/>
                <a:gd name="csX1" fmla="*/ 298450 w 650875"/>
                <a:gd name="csY1" fmla="*/ 304800 h 304800"/>
                <a:gd name="csX2" fmla="*/ 650875 w 650875"/>
                <a:gd name="csY2" fmla="*/ 0 h 304800"/>
                <a:gd name="csX0" fmla="*/ 0 w 618418"/>
                <a:gd name="csY0" fmla="*/ 0 h 285750"/>
                <a:gd name="csX1" fmla="*/ 298450 w 618418"/>
                <a:gd name="csY1" fmla="*/ 285750 h 285750"/>
                <a:gd name="csX2" fmla="*/ 618418 w 618418"/>
                <a:gd name="csY2" fmla="*/ 9525 h 285750"/>
                <a:gd name="csX0" fmla="*/ 0 w 618418"/>
                <a:gd name="csY0" fmla="*/ 0 h 285750"/>
                <a:gd name="csX1" fmla="*/ 298450 w 618418"/>
                <a:gd name="csY1" fmla="*/ 285750 h 285750"/>
                <a:gd name="csX2" fmla="*/ 618418 w 618418"/>
                <a:gd name="csY2" fmla="*/ 9525 h 285750"/>
                <a:gd name="csX0" fmla="*/ 0 w 618418"/>
                <a:gd name="csY0" fmla="*/ 0 h 285750"/>
                <a:gd name="csX1" fmla="*/ 298450 w 618418"/>
                <a:gd name="csY1" fmla="*/ 285750 h 285750"/>
                <a:gd name="csX2" fmla="*/ 618418 w 618418"/>
                <a:gd name="csY2" fmla="*/ 9525 h 285750"/>
                <a:gd name="csX0" fmla="*/ 0 w 618418"/>
                <a:gd name="csY0" fmla="*/ 0 h 285750"/>
                <a:gd name="csX1" fmla="*/ 298450 w 618418"/>
                <a:gd name="csY1" fmla="*/ 285750 h 285750"/>
                <a:gd name="csX2" fmla="*/ 618418 w 618418"/>
                <a:gd name="csY2" fmla="*/ 9525 h 285750"/>
                <a:gd name="csX0" fmla="*/ 0 w 618418"/>
                <a:gd name="csY0" fmla="*/ 0 h 285750"/>
                <a:gd name="csX1" fmla="*/ 298450 w 618418"/>
                <a:gd name="csY1" fmla="*/ 285750 h 285750"/>
                <a:gd name="csX2" fmla="*/ 618418 w 618418"/>
                <a:gd name="csY2" fmla="*/ 9525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18418" h="285750">
                  <a:moveTo>
                    <a:pt x="0" y="0"/>
                  </a:moveTo>
                  <a:cubicBezTo>
                    <a:pt x="267517" y="257403"/>
                    <a:pt x="38568" y="38364"/>
                    <a:pt x="298450" y="285750"/>
                  </a:cubicBezTo>
                  <a:cubicBezTo>
                    <a:pt x="572467" y="47548"/>
                    <a:pt x="308207" y="273844"/>
                    <a:pt x="618418" y="9525"/>
                  </a:cubicBezTo>
                </a:path>
              </a:pathLst>
            </a:custGeom>
            <a:noFill/>
            <a:ln w="920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5CDED0CE-D5A2-05DC-5738-056C4670C572}"/>
              </a:ext>
            </a:extLst>
          </p:cNvPr>
          <p:cNvGrpSpPr/>
          <p:nvPr/>
        </p:nvGrpSpPr>
        <p:grpSpPr>
          <a:xfrm>
            <a:off x="5463719" y="4793456"/>
            <a:ext cx="1353154" cy="1463954"/>
            <a:chOff x="5463719" y="4793456"/>
            <a:chExt cx="1353154" cy="1463954"/>
          </a:xfrm>
        </p:grpSpPr>
        <p:sp>
          <p:nvSpPr>
            <p:cNvPr id="45" name="六角形 44">
              <a:extLst>
                <a:ext uri="{FF2B5EF4-FFF2-40B4-BE49-F238E27FC236}">
                  <a16:creationId xmlns:a16="http://schemas.microsoft.com/office/drawing/2014/main" id="{3CF5DD50-3A15-F382-DC23-AAE4680A4E66}"/>
                </a:ext>
              </a:extLst>
            </p:cNvPr>
            <p:cNvSpPr/>
            <p:nvPr/>
          </p:nvSpPr>
          <p:spPr>
            <a:xfrm>
              <a:off x="5585112" y="4901871"/>
              <a:ext cx="1146678" cy="1249657"/>
            </a:xfrm>
            <a:prstGeom prst="hexagon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8953DF03-6716-56AB-66A4-21357682E1D1}"/>
                </a:ext>
              </a:extLst>
            </p:cNvPr>
            <p:cNvCxnSpPr>
              <a:stCxn id="45" idx="1"/>
              <a:endCxn id="45" idx="4"/>
            </p:cNvCxnSpPr>
            <p:nvPr/>
          </p:nvCxnSpPr>
          <p:spPr>
            <a:xfrm flipH="1" flipV="1">
              <a:off x="5832241" y="4901871"/>
              <a:ext cx="652420" cy="1249657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25CCC6FC-63A6-BB03-F856-20223CEE1A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5073" y="4901871"/>
              <a:ext cx="652420" cy="1249657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CB0F7078-31E8-9F39-0F84-4FEB0628805A}"/>
                </a:ext>
              </a:extLst>
            </p:cNvPr>
            <p:cNvCxnSpPr>
              <a:cxnSpLocks/>
              <a:endCxn id="45" idx="0"/>
            </p:cNvCxnSpPr>
            <p:nvPr/>
          </p:nvCxnSpPr>
          <p:spPr>
            <a:xfrm>
              <a:off x="5595262" y="5526699"/>
              <a:ext cx="1136527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楕円 75">
              <a:extLst>
                <a:ext uri="{FF2B5EF4-FFF2-40B4-BE49-F238E27FC236}">
                  <a16:creationId xmlns:a16="http://schemas.microsoft.com/office/drawing/2014/main" id="{B22AFBB5-BE02-08E1-17B0-EF81C7C271D0}"/>
                </a:ext>
              </a:extLst>
            </p:cNvPr>
            <p:cNvSpPr/>
            <p:nvPr/>
          </p:nvSpPr>
          <p:spPr>
            <a:xfrm>
              <a:off x="6042133" y="5408911"/>
              <a:ext cx="232635" cy="235576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楕円 76">
              <a:extLst>
                <a:ext uri="{FF2B5EF4-FFF2-40B4-BE49-F238E27FC236}">
                  <a16:creationId xmlns:a16="http://schemas.microsoft.com/office/drawing/2014/main" id="{39E585F2-47D0-02F7-B6BF-7423238D29B5}"/>
                </a:ext>
              </a:extLst>
            </p:cNvPr>
            <p:cNvSpPr/>
            <p:nvPr/>
          </p:nvSpPr>
          <p:spPr>
            <a:xfrm>
              <a:off x="5463719" y="5408911"/>
              <a:ext cx="232635" cy="235576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996C1AFC-6019-E654-424B-18DB5162DD65}"/>
                </a:ext>
              </a:extLst>
            </p:cNvPr>
            <p:cNvSpPr/>
            <p:nvPr/>
          </p:nvSpPr>
          <p:spPr>
            <a:xfrm>
              <a:off x="6584238" y="5408911"/>
              <a:ext cx="232635" cy="235576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楕円 80">
              <a:extLst>
                <a:ext uri="{FF2B5EF4-FFF2-40B4-BE49-F238E27FC236}">
                  <a16:creationId xmlns:a16="http://schemas.microsoft.com/office/drawing/2014/main" id="{6B26E717-0B8E-A6C7-7725-E6BF828DEDDE}"/>
                </a:ext>
              </a:extLst>
            </p:cNvPr>
            <p:cNvSpPr/>
            <p:nvPr/>
          </p:nvSpPr>
          <p:spPr>
            <a:xfrm>
              <a:off x="6374008" y="6021834"/>
              <a:ext cx="232635" cy="235576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楕円 81">
              <a:extLst>
                <a:ext uri="{FF2B5EF4-FFF2-40B4-BE49-F238E27FC236}">
                  <a16:creationId xmlns:a16="http://schemas.microsoft.com/office/drawing/2014/main" id="{2A7262E5-1F19-D5F0-2557-9F78E34AC2FE}"/>
                </a:ext>
              </a:extLst>
            </p:cNvPr>
            <p:cNvSpPr/>
            <p:nvPr/>
          </p:nvSpPr>
          <p:spPr>
            <a:xfrm>
              <a:off x="5712998" y="6021834"/>
              <a:ext cx="232635" cy="235576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楕円 82">
              <a:extLst>
                <a:ext uri="{FF2B5EF4-FFF2-40B4-BE49-F238E27FC236}">
                  <a16:creationId xmlns:a16="http://schemas.microsoft.com/office/drawing/2014/main" id="{E173C643-6474-A93C-B5BB-3AD3A72B829C}"/>
                </a:ext>
              </a:extLst>
            </p:cNvPr>
            <p:cNvSpPr/>
            <p:nvPr/>
          </p:nvSpPr>
          <p:spPr>
            <a:xfrm>
              <a:off x="6374008" y="4793456"/>
              <a:ext cx="232635" cy="235576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楕円 83">
              <a:extLst>
                <a:ext uri="{FF2B5EF4-FFF2-40B4-BE49-F238E27FC236}">
                  <a16:creationId xmlns:a16="http://schemas.microsoft.com/office/drawing/2014/main" id="{C34D4ADD-28A6-3414-8A20-A87E1E043144}"/>
                </a:ext>
              </a:extLst>
            </p:cNvPr>
            <p:cNvSpPr/>
            <p:nvPr/>
          </p:nvSpPr>
          <p:spPr>
            <a:xfrm>
              <a:off x="5712998" y="4793456"/>
              <a:ext cx="232635" cy="235576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BABDB8F8-0FF9-CD75-52BB-214B6EC0482B}"/>
              </a:ext>
            </a:extLst>
          </p:cNvPr>
          <p:cNvGrpSpPr/>
          <p:nvPr/>
        </p:nvGrpSpPr>
        <p:grpSpPr>
          <a:xfrm>
            <a:off x="6970298" y="4836457"/>
            <a:ext cx="3123276" cy="1089342"/>
            <a:chOff x="7035018" y="4865032"/>
            <a:chExt cx="3123276" cy="1089342"/>
          </a:xfrm>
        </p:grpSpPr>
        <p:sp>
          <p:nvSpPr>
            <p:cNvPr id="89" name="楕円 88">
              <a:extLst>
                <a:ext uri="{FF2B5EF4-FFF2-40B4-BE49-F238E27FC236}">
                  <a16:creationId xmlns:a16="http://schemas.microsoft.com/office/drawing/2014/main" id="{02BFD9EA-E80D-F756-A1F0-E2F04B182E3A}"/>
                </a:ext>
              </a:extLst>
            </p:cNvPr>
            <p:cNvSpPr/>
            <p:nvPr/>
          </p:nvSpPr>
          <p:spPr>
            <a:xfrm>
              <a:off x="8493215" y="5210122"/>
              <a:ext cx="200062" cy="2000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円弧 89">
              <a:extLst>
                <a:ext uri="{FF2B5EF4-FFF2-40B4-BE49-F238E27FC236}">
                  <a16:creationId xmlns:a16="http://schemas.microsoft.com/office/drawing/2014/main" id="{2B2C56DB-D26C-545D-43ED-ABC9E2584D59}"/>
                </a:ext>
              </a:extLst>
            </p:cNvPr>
            <p:cNvSpPr/>
            <p:nvPr/>
          </p:nvSpPr>
          <p:spPr>
            <a:xfrm flipV="1">
              <a:off x="7776874" y="4865032"/>
              <a:ext cx="1639564" cy="781025"/>
            </a:xfrm>
            <a:prstGeom prst="arc">
              <a:avLst>
                <a:gd name="adj1" fmla="val 12583152"/>
                <a:gd name="adj2" fmla="val 19798603"/>
              </a:avLst>
            </a:prstGeom>
            <a:ln w="1143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2" name="円弧 91">
              <a:extLst>
                <a:ext uri="{FF2B5EF4-FFF2-40B4-BE49-F238E27FC236}">
                  <a16:creationId xmlns:a16="http://schemas.microsoft.com/office/drawing/2014/main" id="{3A7BCD27-5D0E-353B-475D-B4739D61A7AA}"/>
                </a:ext>
              </a:extLst>
            </p:cNvPr>
            <p:cNvSpPr/>
            <p:nvPr/>
          </p:nvSpPr>
          <p:spPr>
            <a:xfrm flipV="1">
              <a:off x="7035018" y="5173349"/>
              <a:ext cx="3123276" cy="781025"/>
            </a:xfrm>
            <a:prstGeom prst="arc">
              <a:avLst>
                <a:gd name="adj1" fmla="val 12059774"/>
                <a:gd name="adj2" fmla="val 20175847"/>
              </a:avLst>
            </a:prstGeom>
            <a:ln w="1143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47910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971F-426F-F64A-A0C3-6ADA7B392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6E89A1-508C-6FC2-CE3C-BEE3A05935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3711" y="232974"/>
            <a:ext cx="1870608" cy="1870608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790E85-A49F-0C58-4507-9DA57E2D75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68984" y="232974"/>
            <a:ext cx="1870608" cy="1870608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C831ACF-BC5E-8E3C-B930-5992F43F5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24257" y="232974"/>
            <a:ext cx="1870608" cy="1870608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700FC32-63F1-89E0-98CE-E89757C323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79530" y="232974"/>
            <a:ext cx="1870608" cy="1870608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E957B21-EA3C-A99F-CF63-61BBC78F91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3711" y="2417496"/>
            <a:ext cx="1870608" cy="1870608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344E42-DFA5-7112-F3E9-D45A72FF70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68984" y="2417496"/>
            <a:ext cx="1870608" cy="1870608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39FDFF-333B-DF09-7D41-02F001C76C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24257" y="2417496"/>
            <a:ext cx="1870608" cy="1870608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46802C0-AA39-F0BF-2876-8AAB5CA5AA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79530" y="2417496"/>
            <a:ext cx="1870608" cy="1870608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B400F26-6A34-4557-C681-655751CD6F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3711" y="4602018"/>
            <a:ext cx="1870608" cy="1870608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1A958F6-5EC7-7147-3E4F-E86044711F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68984" y="4602018"/>
            <a:ext cx="1870608" cy="1870608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477596F-AE4C-C43C-3B5B-DB01076577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24257" y="4602018"/>
            <a:ext cx="1870608" cy="1870608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F052814-D77F-8361-D1FE-EA68ECADD3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79530" y="4602018"/>
            <a:ext cx="1870608" cy="1870608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F8F08492-9D58-C32A-2162-EE64E7C74F1B}"/>
              </a:ext>
            </a:extLst>
          </p:cNvPr>
          <p:cNvGrpSpPr/>
          <p:nvPr/>
        </p:nvGrpSpPr>
        <p:grpSpPr>
          <a:xfrm>
            <a:off x="716758" y="462027"/>
            <a:ext cx="1448741" cy="1312706"/>
            <a:chOff x="884359" y="549112"/>
            <a:chExt cx="1150512" cy="1042480"/>
          </a:xfrm>
        </p:grpSpPr>
        <p:sp>
          <p:nvSpPr>
            <p:cNvPr id="115" name="二等辺三角形 114">
              <a:extLst>
                <a:ext uri="{FF2B5EF4-FFF2-40B4-BE49-F238E27FC236}">
                  <a16:creationId xmlns:a16="http://schemas.microsoft.com/office/drawing/2014/main" id="{0C6EC9B9-C954-3F72-6C56-F789FBFCD3AC}"/>
                </a:ext>
              </a:extLst>
            </p:cNvPr>
            <p:cNvSpPr/>
            <p:nvPr/>
          </p:nvSpPr>
          <p:spPr>
            <a:xfrm flipV="1">
              <a:off x="1245876" y="1006945"/>
              <a:ext cx="406278" cy="327235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17" name="楕円 116">
              <a:extLst>
                <a:ext uri="{FF2B5EF4-FFF2-40B4-BE49-F238E27FC236}">
                  <a16:creationId xmlns:a16="http://schemas.microsoft.com/office/drawing/2014/main" id="{4A5E9DC4-4518-C27D-7DDF-FC9E4049F17A}"/>
                </a:ext>
              </a:extLst>
            </p:cNvPr>
            <p:cNvSpPr/>
            <p:nvPr/>
          </p:nvSpPr>
          <p:spPr>
            <a:xfrm flipV="1">
              <a:off x="1393513" y="1278678"/>
              <a:ext cx="111004" cy="111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18" name="楕円 117">
              <a:extLst>
                <a:ext uri="{FF2B5EF4-FFF2-40B4-BE49-F238E27FC236}">
                  <a16:creationId xmlns:a16="http://schemas.microsoft.com/office/drawing/2014/main" id="{5F5D2567-E14D-3F2A-09F7-DDC62278DEFF}"/>
                </a:ext>
              </a:extLst>
            </p:cNvPr>
            <p:cNvSpPr/>
            <p:nvPr/>
          </p:nvSpPr>
          <p:spPr>
            <a:xfrm flipV="1">
              <a:off x="1596652" y="951443"/>
              <a:ext cx="111004" cy="111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19" name="楕円 118">
              <a:extLst>
                <a:ext uri="{FF2B5EF4-FFF2-40B4-BE49-F238E27FC236}">
                  <a16:creationId xmlns:a16="http://schemas.microsoft.com/office/drawing/2014/main" id="{5331C56D-2FD4-B45B-E6E6-2ACF65997690}"/>
                </a:ext>
              </a:extLst>
            </p:cNvPr>
            <p:cNvSpPr/>
            <p:nvPr/>
          </p:nvSpPr>
          <p:spPr>
            <a:xfrm flipV="1">
              <a:off x="1190374" y="951443"/>
              <a:ext cx="111004" cy="111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0" name="楕円 119">
              <a:extLst>
                <a:ext uri="{FF2B5EF4-FFF2-40B4-BE49-F238E27FC236}">
                  <a16:creationId xmlns:a16="http://schemas.microsoft.com/office/drawing/2014/main" id="{C98A808B-3E86-4646-669C-C7B28ABC271C}"/>
                </a:ext>
              </a:extLst>
            </p:cNvPr>
            <p:cNvSpPr/>
            <p:nvPr/>
          </p:nvSpPr>
          <p:spPr>
            <a:xfrm flipV="1">
              <a:off x="1393513" y="549112"/>
              <a:ext cx="111004" cy="111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1" name="楕円 120">
              <a:extLst>
                <a:ext uri="{FF2B5EF4-FFF2-40B4-BE49-F238E27FC236}">
                  <a16:creationId xmlns:a16="http://schemas.microsoft.com/office/drawing/2014/main" id="{1F52B891-E7B0-7546-2805-92525AECE030}"/>
                </a:ext>
              </a:extLst>
            </p:cNvPr>
            <p:cNvSpPr/>
            <p:nvPr/>
          </p:nvSpPr>
          <p:spPr>
            <a:xfrm flipV="1">
              <a:off x="937961" y="729326"/>
              <a:ext cx="111004" cy="111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2" name="楕円 121">
              <a:extLst>
                <a:ext uri="{FF2B5EF4-FFF2-40B4-BE49-F238E27FC236}">
                  <a16:creationId xmlns:a16="http://schemas.microsoft.com/office/drawing/2014/main" id="{3DF7B774-2F5C-F87F-EF15-460013EDB8CD}"/>
                </a:ext>
              </a:extLst>
            </p:cNvPr>
            <p:cNvSpPr/>
            <p:nvPr/>
          </p:nvSpPr>
          <p:spPr>
            <a:xfrm flipV="1">
              <a:off x="1871411" y="729326"/>
              <a:ext cx="111004" cy="111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3" name="二等辺三角形 122">
              <a:extLst>
                <a:ext uri="{FF2B5EF4-FFF2-40B4-BE49-F238E27FC236}">
                  <a16:creationId xmlns:a16="http://schemas.microsoft.com/office/drawing/2014/main" id="{E76546DC-A2D8-1E05-283A-A96EE94A14EE}"/>
                </a:ext>
              </a:extLst>
            </p:cNvPr>
            <p:cNvSpPr/>
            <p:nvPr/>
          </p:nvSpPr>
          <p:spPr>
            <a:xfrm>
              <a:off x="995363" y="608752"/>
              <a:ext cx="907304" cy="184485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0" name="二等辺三角形 129">
              <a:extLst>
                <a:ext uri="{FF2B5EF4-FFF2-40B4-BE49-F238E27FC236}">
                  <a16:creationId xmlns:a16="http://schemas.microsoft.com/office/drawing/2014/main" id="{C5EA0A9C-4BD5-130A-4BD7-91BC20FA78E5}"/>
                </a:ext>
              </a:extLst>
            </p:cNvPr>
            <p:cNvSpPr/>
            <p:nvPr/>
          </p:nvSpPr>
          <p:spPr>
            <a:xfrm>
              <a:off x="1245876" y="620355"/>
              <a:ext cx="406278" cy="386590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1" name="楕円 130">
              <a:extLst>
                <a:ext uri="{FF2B5EF4-FFF2-40B4-BE49-F238E27FC236}">
                  <a16:creationId xmlns:a16="http://schemas.microsoft.com/office/drawing/2014/main" id="{4DB639F3-4EE1-D30A-422A-E25CEB6C3BBB}"/>
                </a:ext>
              </a:extLst>
            </p:cNvPr>
            <p:cNvSpPr/>
            <p:nvPr/>
          </p:nvSpPr>
          <p:spPr>
            <a:xfrm flipV="1">
              <a:off x="1596652" y="1480588"/>
              <a:ext cx="111004" cy="111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2" name="楕円 131">
              <a:extLst>
                <a:ext uri="{FF2B5EF4-FFF2-40B4-BE49-F238E27FC236}">
                  <a16:creationId xmlns:a16="http://schemas.microsoft.com/office/drawing/2014/main" id="{4F9235F1-456F-46C5-A8D9-D296DA31BDD7}"/>
                </a:ext>
              </a:extLst>
            </p:cNvPr>
            <p:cNvSpPr/>
            <p:nvPr/>
          </p:nvSpPr>
          <p:spPr>
            <a:xfrm flipV="1">
              <a:off x="1190374" y="1480588"/>
              <a:ext cx="111004" cy="111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3" name="楕円 132">
              <a:extLst>
                <a:ext uri="{FF2B5EF4-FFF2-40B4-BE49-F238E27FC236}">
                  <a16:creationId xmlns:a16="http://schemas.microsoft.com/office/drawing/2014/main" id="{778C74D3-18E8-6D04-149E-4D365D3B7694}"/>
                </a:ext>
              </a:extLst>
            </p:cNvPr>
            <p:cNvSpPr/>
            <p:nvPr/>
          </p:nvSpPr>
          <p:spPr>
            <a:xfrm flipV="1">
              <a:off x="884359" y="1393598"/>
              <a:ext cx="111004" cy="111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4" name="楕円 133">
              <a:extLst>
                <a:ext uri="{FF2B5EF4-FFF2-40B4-BE49-F238E27FC236}">
                  <a16:creationId xmlns:a16="http://schemas.microsoft.com/office/drawing/2014/main" id="{B5AE7748-E2CE-86C1-B6A5-C9B768B79788}"/>
                </a:ext>
              </a:extLst>
            </p:cNvPr>
            <p:cNvSpPr/>
            <p:nvPr/>
          </p:nvSpPr>
          <p:spPr>
            <a:xfrm flipV="1">
              <a:off x="1923867" y="1398474"/>
              <a:ext cx="111004" cy="111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5" name="二等辺三角形 134">
              <a:extLst>
                <a:ext uri="{FF2B5EF4-FFF2-40B4-BE49-F238E27FC236}">
                  <a16:creationId xmlns:a16="http://schemas.microsoft.com/office/drawing/2014/main" id="{D5D95AB3-AF9A-F863-D37D-2DFD5E9EA2D6}"/>
                </a:ext>
              </a:extLst>
            </p:cNvPr>
            <p:cNvSpPr/>
            <p:nvPr/>
          </p:nvSpPr>
          <p:spPr>
            <a:xfrm>
              <a:off x="1246520" y="1325715"/>
              <a:ext cx="404990" cy="215322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136" name="直線コネクタ 135">
              <a:extLst>
                <a:ext uri="{FF2B5EF4-FFF2-40B4-BE49-F238E27FC236}">
                  <a16:creationId xmlns:a16="http://schemas.microsoft.com/office/drawing/2014/main" id="{F231DFBC-D8F7-F533-B398-1A1B93175CAD}"/>
                </a:ext>
              </a:extLst>
            </p:cNvPr>
            <p:cNvCxnSpPr>
              <a:cxnSpLocks/>
              <a:stCxn id="133" idx="3"/>
              <a:endCxn id="135" idx="2"/>
            </p:cNvCxnSpPr>
            <p:nvPr/>
          </p:nvCxnSpPr>
          <p:spPr>
            <a:xfrm>
              <a:off x="900615" y="1409854"/>
              <a:ext cx="345905" cy="131183"/>
            </a:xfrm>
            <a:prstGeom prst="lin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直線コネクタ 136">
              <a:extLst>
                <a:ext uri="{FF2B5EF4-FFF2-40B4-BE49-F238E27FC236}">
                  <a16:creationId xmlns:a16="http://schemas.microsoft.com/office/drawing/2014/main" id="{D9C72C32-478A-689F-1734-B709D83D8DF6}"/>
                </a:ext>
              </a:extLst>
            </p:cNvPr>
            <p:cNvCxnSpPr>
              <a:cxnSpLocks/>
              <a:stCxn id="134" idx="5"/>
              <a:endCxn id="135" idx="4"/>
            </p:cNvCxnSpPr>
            <p:nvPr/>
          </p:nvCxnSpPr>
          <p:spPr>
            <a:xfrm flipH="1">
              <a:off x="1651510" y="1414730"/>
              <a:ext cx="367105" cy="126307"/>
            </a:xfrm>
            <a:prstGeom prst="lin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" name="直線コネクタ 150">
              <a:extLst>
                <a:ext uri="{FF2B5EF4-FFF2-40B4-BE49-F238E27FC236}">
                  <a16:creationId xmlns:a16="http://schemas.microsoft.com/office/drawing/2014/main" id="{3CA0709F-6E72-66CB-F6A4-50A0C87A7371}"/>
                </a:ext>
              </a:extLst>
            </p:cNvPr>
            <p:cNvCxnSpPr>
              <a:cxnSpLocks/>
              <a:stCxn id="123" idx="2"/>
              <a:endCxn id="130" idx="2"/>
            </p:cNvCxnSpPr>
            <p:nvPr/>
          </p:nvCxnSpPr>
          <p:spPr>
            <a:xfrm>
              <a:off x="995363" y="793237"/>
              <a:ext cx="250513" cy="21370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コネクタ 151">
              <a:extLst>
                <a:ext uri="{FF2B5EF4-FFF2-40B4-BE49-F238E27FC236}">
                  <a16:creationId xmlns:a16="http://schemas.microsoft.com/office/drawing/2014/main" id="{175561D1-C4DD-E782-60CA-E36E0726705E}"/>
                </a:ext>
              </a:extLst>
            </p:cNvPr>
            <p:cNvCxnSpPr>
              <a:cxnSpLocks/>
              <a:stCxn id="122" idx="5"/>
              <a:endCxn id="130" idx="4"/>
            </p:cNvCxnSpPr>
            <p:nvPr/>
          </p:nvCxnSpPr>
          <p:spPr>
            <a:xfrm flipH="1">
              <a:off x="1652154" y="745582"/>
              <a:ext cx="314005" cy="26136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グループ化 279">
            <a:extLst>
              <a:ext uri="{FF2B5EF4-FFF2-40B4-BE49-F238E27FC236}">
                <a16:creationId xmlns:a16="http://schemas.microsoft.com/office/drawing/2014/main" id="{29457DF4-AEBE-6E6F-D967-657765DD7CBD}"/>
              </a:ext>
            </a:extLst>
          </p:cNvPr>
          <p:cNvGrpSpPr/>
          <p:nvPr/>
        </p:nvGrpSpPr>
        <p:grpSpPr>
          <a:xfrm>
            <a:off x="3071913" y="858158"/>
            <a:ext cx="1474932" cy="916575"/>
            <a:chOff x="3056405" y="858158"/>
            <a:chExt cx="1474932" cy="916575"/>
          </a:xfrm>
        </p:grpSpPr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F38331FD-07FB-D354-975D-40FFAF4F990E}"/>
                </a:ext>
              </a:extLst>
            </p:cNvPr>
            <p:cNvSpPr/>
            <p:nvPr/>
          </p:nvSpPr>
          <p:spPr>
            <a:xfrm flipV="1">
              <a:off x="3979525" y="858158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4" name="楕円 33">
              <a:extLst>
                <a:ext uri="{FF2B5EF4-FFF2-40B4-BE49-F238E27FC236}">
                  <a16:creationId xmlns:a16="http://schemas.microsoft.com/office/drawing/2014/main" id="{62D44774-0544-2CB7-84DA-057F0518E5DE}"/>
                </a:ext>
              </a:extLst>
            </p:cNvPr>
            <p:cNvSpPr/>
            <p:nvPr/>
          </p:nvSpPr>
          <p:spPr>
            <a:xfrm flipV="1">
              <a:off x="3467934" y="858158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2" name="楕円 41">
              <a:extLst>
                <a:ext uri="{FF2B5EF4-FFF2-40B4-BE49-F238E27FC236}">
                  <a16:creationId xmlns:a16="http://schemas.microsoft.com/office/drawing/2014/main" id="{2B20D8FF-7E18-85F8-F90A-12AA7C4A5104}"/>
                </a:ext>
              </a:extLst>
            </p:cNvPr>
            <p:cNvSpPr/>
            <p:nvPr/>
          </p:nvSpPr>
          <p:spPr>
            <a:xfrm flipV="1">
              <a:off x="3979525" y="1634955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3" name="楕円 42">
              <a:extLst>
                <a:ext uri="{FF2B5EF4-FFF2-40B4-BE49-F238E27FC236}">
                  <a16:creationId xmlns:a16="http://schemas.microsoft.com/office/drawing/2014/main" id="{ECC563E2-11F4-DD54-C866-6820EE5B2AB3}"/>
                </a:ext>
              </a:extLst>
            </p:cNvPr>
            <p:cNvSpPr/>
            <p:nvPr/>
          </p:nvSpPr>
          <p:spPr>
            <a:xfrm flipV="1">
              <a:off x="3467934" y="1634955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4" name="楕円 43">
              <a:extLst>
                <a:ext uri="{FF2B5EF4-FFF2-40B4-BE49-F238E27FC236}">
                  <a16:creationId xmlns:a16="http://schemas.microsoft.com/office/drawing/2014/main" id="{093A8315-4C9F-E1E0-6C81-03A5FB3ABB1E}"/>
                </a:ext>
              </a:extLst>
            </p:cNvPr>
            <p:cNvSpPr/>
            <p:nvPr/>
          </p:nvSpPr>
          <p:spPr>
            <a:xfrm flipV="1">
              <a:off x="3056405" y="1525416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5" name="楕円 44">
              <a:extLst>
                <a:ext uri="{FF2B5EF4-FFF2-40B4-BE49-F238E27FC236}">
                  <a16:creationId xmlns:a16="http://schemas.microsoft.com/office/drawing/2014/main" id="{5FB5621D-BDEF-976B-24F3-54A39478E4A5}"/>
                </a:ext>
              </a:extLst>
            </p:cNvPr>
            <p:cNvSpPr/>
            <p:nvPr/>
          </p:nvSpPr>
          <p:spPr>
            <a:xfrm flipV="1">
              <a:off x="4391559" y="1531556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217B6713-D4B3-A874-AE78-4C8B35FA2BE3}"/>
                </a:ext>
              </a:extLst>
            </p:cNvPr>
            <p:cNvSpPr/>
            <p:nvPr/>
          </p:nvSpPr>
          <p:spPr>
            <a:xfrm>
              <a:off x="3542616" y="1321041"/>
              <a:ext cx="509969" cy="38749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9" name="楕円 58">
              <a:extLst>
                <a:ext uri="{FF2B5EF4-FFF2-40B4-BE49-F238E27FC236}">
                  <a16:creationId xmlns:a16="http://schemas.microsoft.com/office/drawing/2014/main" id="{FAF42EC8-EDE6-8D5F-DDA3-4D3F9F3C5B07}"/>
                </a:ext>
              </a:extLst>
            </p:cNvPr>
            <p:cNvSpPr/>
            <p:nvPr/>
          </p:nvSpPr>
          <p:spPr>
            <a:xfrm flipV="1">
              <a:off x="3979525" y="1245012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0" name="楕円 59">
              <a:extLst>
                <a:ext uri="{FF2B5EF4-FFF2-40B4-BE49-F238E27FC236}">
                  <a16:creationId xmlns:a16="http://schemas.microsoft.com/office/drawing/2014/main" id="{40759B04-FC4B-6E0F-3A71-14DF0C491A02}"/>
                </a:ext>
              </a:extLst>
            </p:cNvPr>
            <p:cNvSpPr/>
            <p:nvPr/>
          </p:nvSpPr>
          <p:spPr>
            <a:xfrm flipV="1">
              <a:off x="3467934" y="1245012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1" name="楕円 60">
              <a:extLst>
                <a:ext uri="{FF2B5EF4-FFF2-40B4-BE49-F238E27FC236}">
                  <a16:creationId xmlns:a16="http://schemas.microsoft.com/office/drawing/2014/main" id="{5FEA8FEC-E580-8DB2-1956-1993247A7C55}"/>
                </a:ext>
              </a:extLst>
            </p:cNvPr>
            <p:cNvSpPr/>
            <p:nvPr/>
          </p:nvSpPr>
          <p:spPr>
            <a:xfrm flipV="1">
              <a:off x="3056405" y="1135473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2" name="楕円 61">
              <a:extLst>
                <a:ext uri="{FF2B5EF4-FFF2-40B4-BE49-F238E27FC236}">
                  <a16:creationId xmlns:a16="http://schemas.microsoft.com/office/drawing/2014/main" id="{7C168359-034F-4A80-DC04-C3884906C599}"/>
                </a:ext>
              </a:extLst>
            </p:cNvPr>
            <p:cNvSpPr/>
            <p:nvPr/>
          </p:nvSpPr>
          <p:spPr>
            <a:xfrm flipV="1">
              <a:off x="4391559" y="1141613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E1C68FD7-E4FD-C2F8-952A-45B1059E9DA2}"/>
                </a:ext>
              </a:extLst>
            </p:cNvPr>
            <p:cNvSpPr/>
            <p:nvPr/>
          </p:nvSpPr>
          <p:spPr>
            <a:xfrm>
              <a:off x="4052051" y="1204360"/>
              <a:ext cx="417100" cy="501793"/>
            </a:xfrm>
            <a:custGeom>
              <a:avLst/>
              <a:gdLst>
                <a:gd name="csX0" fmla="*/ 0 w 509969"/>
                <a:gd name="csY0" fmla="*/ 0 h 387493"/>
                <a:gd name="csX1" fmla="*/ 509969 w 509969"/>
                <a:gd name="csY1" fmla="*/ 0 h 387493"/>
                <a:gd name="csX2" fmla="*/ 509969 w 509969"/>
                <a:gd name="csY2" fmla="*/ 387493 h 387493"/>
                <a:gd name="csX3" fmla="*/ 0 w 509969"/>
                <a:gd name="csY3" fmla="*/ 387493 h 387493"/>
                <a:gd name="csX4" fmla="*/ 0 w 509969"/>
                <a:gd name="csY4" fmla="*/ 0 h 387493"/>
                <a:gd name="csX0" fmla="*/ 0 w 509969"/>
                <a:gd name="csY0" fmla="*/ 114300 h 501793"/>
                <a:gd name="csX1" fmla="*/ 417100 w 509969"/>
                <a:gd name="csY1" fmla="*/ 0 h 501793"/>
                <a:gd name="csX2" fmla="*/ 509969 w 509969"/>
                <a:gd name="csY2" fmla="*/ 501793 h 501793"/>
                <a:gd name="csX3" fmla="*/ 0 w 509969"/>
                <a:gd name="csY3" fmla="*/ 501793 h 501793"/>
                <a:gd name="csX4" fmla="*/ 0 w 509969"/>
                <a:gd name="csY4" fmla="*/ 114300 h 501793"/>
                <a:gd name="csX0" fmla="*/ 0 w 424244"/>
                <a:gd name="csY0" fmla="*/ 114300 h 501793"/>
                <a:gd name="csX1" fmla="*/ 417100 w 424244"/>
                <a:gd name="csY1" fmla="*/ 0 h 501793"/>
                <a:gd name="csX2" fmla="*/ 424244 w 424244"/>
                <a:gd name="csY2" fmla="*/ 420830 h 501793"/>
                <a:gd name="csX3" fmla="*/ 0 w 424244"/>
                <a:gd name="csY3" fmla="*/ 501793 h 501793"/>
                <a:gd name="csX4" fmla="*/ 0 w 424244"/>
                <a:gd name="csY4" fmla="*/ 114300 h 501793"/>
                <a:gd name="csX0" fmla="*/ 0 w 417100"/>
                <a:gd name="csY0" fmla="*/ 114300 h 501793"/>
                <a:gd name="csX1" fmla="*/ 417100 w 417100"/>
                <a:gd name="csY1" fmla="*/ 0 h 501793"/>
                <a:gd name="csX2" fmla="*/ 409956 w 417100"/>
                <a:gd name="csY2" fmla="*/ 420830 h 501793"/>
                <a:gd name="csX3" fmla="*/ 0 w 417100"/>
                <a:gd name="csY3" fmla="*/ 501793 h 501793"/>
                <a:gd name="csX4" fmla="*/ 0 w 417100"/>
                <a:gd name="csY4" fmla="*/ 114300 h 501793"/>
                <a:gd name="csX0" fmla="*/ 0 w 417100"/>
                <a:gd name="csY0" fmla="*/ 114300 h 501793"/>
                <a:gd name="csX1" fmla="*/ 417100 w 417100"/>
                <a:gd name="csY1" fmla="*/ 0 h 501793"/>
                <a:gd name="csX2" fmla="*/ 414719 w 417100"/>
                <a:gd name="csY2" fmla="*/ 420830 h 501793"/>
                <a:gd name="csX3" fmla="*/ 0 w 417100"/>
                <a:gd name="csY3" fmla="*/ 501793 h 501793"/>
                <a:gd name="csX4" fmla="*/ 0 w 417100"/>
                <a:gd name="csY4" fmla="*/ 114300 h 501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7100" h="501793">
                  <a:moveTo>
                    <a:pt x="0" y="114300"/>
                  </a:moveTo>
                  <a:lnTo>
                    <a:pt x="417100" y="0"/>
                  </a:lnTo>
                  <a:cubicBezTo>
                    <a:pt x="416306" y="140277"/>
                    <a:pt x="415513" y="280553"/>
                    <a:pt x="414719" y="420830"/>
                  </a:cubicBezTo>
                  <a:lnTo>
                    <a:pt x="0" y="501793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9" name="正方形/長方形 67">
              <a:extLst>
                <a:ext uri="{FF2B5EF4-FFF2-40B4-BE49-F238E27FC236}">
                  <a16:creationId xmlns:a16="http://schemas.microsoft.com/office/drawing/2014/main" id="{A0F5C0C6-AE92-6414-D51F-7A90EE01D836}"/>
                </a:ext>
              </a:extLst>
            </p:cNvPr>
            <p:cNvSpPr/>
            <p:nvPr/>
          </p:nvSpPr>
          <p:spPr>
            <a:xfrm flipH="1">
              <a:off x="3125890" y="1204360"/>
              <a:ext cx="417100" cy="501793"/>
            </a:xfrm>
            <a:custGeom>
              <a:avLst/>
              <a:gdLst>
                <a:gd name="csX0" fmla="*/ 0 w 509969"/>
                <a:gd name="csY0" fmla="*/ 0 h 387493"/>
                <a:gd name="csX1" fmla="*/ 509969 w 509969"/>
                <a:gd name="csY1" fmla="*/ 0 h 387493"/>
                <a:gd name="csX2" fmla="*/ 509969 w 509969"/>
                <a:gd name="csY2" fmla="*/ 387493 h 387493"/>
                <a:gd name="csX3" fmla="*/ 0 w 509969"/>
                <a:gd name="csY3" fmla="*/ 387493 h 387493"/>
                <a:gd name="csX4" fmla="*/ 0 w 509969"/>
                <a:gd name="csY4" fmla="*/ 0 h 387493"/>
                <a:gd name="csX0" fmla="*/ 0 w 509969"/>
                <a:gd name="csY0" fmla="*/ 114300 h 501793"/>
                <a:gd name="csX1" fmla="*/ 417100 w 509969"/>
                <a:gd name="csY1" fmla="*/ 0 h 501793"/>
                <a:gd name="csX2" fmla="*/ 509969 w 509969"/>
                <a:gd name="csY2" fmla="*/ 501793 h 501793"/>
                <a:gd name="csX3" fmla="*/ 0 w 509969"/>
                <a:gd name="csY3" fmla="*/ 501793 h 501793"/>
                <a:gd name="csX4" fmla="*/ 0 w 509969"/>
                <a:gd name="csY4" fmla="*/ 114300 h 501793"/>
                <a:gd name="csX0" fmla="*/ 0 w 424244"/>
                <a:gd name="csY0" fmla="*/ 114300 h 501793"/>
                <a:gd name="csX1" fmla="*/ 417100 w 424244"/>
                <a:gd name="csY1" fmla="*/ 0 h 501793"/>
                <a:gd name="csX2" fmla="*/ 424244 w 424244"/>
                <a:gd name="csY2" fmla="*/ 420830 h 501793"/>
                <a:gd name="csX3" fmla="*/ 0 w 424244"/>
                <a:gd name="csY3" fmla="*/ 501793 h 501793"/>
                <a:gd name="csX4" fmla="*/ 0 w 424244"/>
                <a:gd name="csY4" fmla="*/ 114300 h 501793"/>
                <a:gd name="csX0" fmla="*/ 0 w 417100"/>
                <a:gd name="csY0" fmla="*/ 114300 h 501793"/>
                <a:gd name="csX1" fmla="*/ 417100 w 417100"/>
                <a:gd name="csY1" fmla="*/ 0 h 501793"/>
                <a:gd name="csX2" fmla="*/ 409956 w 417100"/>
                <a:gd name="csY2" fmla="*/ 420830 h 501793"/>
                <a:gd name="csX3" fmla="*/ 0 w 417100"/>
                <a:gd name="csY3" fmla="*/ 501793 h 501793"/>
                <a:gd name="csX4" fmla="*/ 0 w 417100"/>
                <a:gd name="csY4" fmla="*/ 114300 h 501793"/>
                <a:gd name="csX0" fmla="*/ 0 w 417100"/>
                <a:gd name="csY0" fmla="*/ 114300 h 501793"/>
                <a:gd name="csX1" fmla="*/ 417100 w 417100"/>
                <a:gd name="csY1" fmla="*/ 0 h 501793"/>
                <a:gd name="csX2" fmla="*/ 414719 w 417100"/>
                <a:gd name="csY2" fmla="*/ 420830 h 501793"/>
                <a:gd name="csX3" fmla="*/ 0 w 417100"/>
                <a:gd name="csY3" fmla="*/ 501793 h 501793"/>
                <a:gd name="csX4" fmla="*/ 0 w 417100"/>
                <a:gd name="csY4" fmla="*/ 114300 h 501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7100" h="501793">
                  <a:moveTo>
                    <a:pt x="0" y="114300"/>
                  </a:moveTo>
                  <a:lnTo>
                    <a:pt x="417100" y="0"/>
                  </a:lnTo>
                  <a:cubicBezTo>
                    <a:pt x="416306" y="140277"/>
                    <a:pt x="415513" y="280553"/>
                    <a:pt x="414719" y="420830"/>
                  </a:cubicBezTo>
                  <a:lnTo>
                    <a:pt x="0" y="501793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0AF0AFF0-8B3C-A94D-E934-8B0459E261F1}"/>
                </a:ext>
              </a:extLst>
            </p:cNvPr>
            <p:cNvSpPr/>
            <p:nvPr/>
          </p:nvSpPr>
          <p:spPr>
            <a:xfrm>
              <a:off x="3542616" y="934279"/>
              <a:ext cx="509969" cy="38749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26F24671-8871-ED31-D29C-65ADFADC6A8B}"/>
              </a:ext>
            </a:extLst>
          </p:cNvPr>
          <p:cNvGrpSpPr/>
          <p:nvPr/>
        </p:nvGrpSpPr>
        <p:grpSpPr>
          <a:xfrm>
            <a:off x="5463168" y="473986"/>
            <a:ext cx="1474932" cy="1300747"/>
            <a:chOff x="5463168" y="473986"/>
            <a:chExt cx="1474932" cy="1300747"/>
          </a:xfrm>
        </p:grpSpPr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B68C13C8-77B4-8652-5728-8DE9D17AA28F}"/>
                </a:ext>
              </a:extLst>
            </p:cNvPr>
            <p:cNvSpPr/>
            <p:nvPr/>
          </p:nvSpPr>
          <p:spPr>
            <a:xfrm flipV="1">
              <a:off x="6386288" y="473986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2" name="楕円 71">
              <a:extLst>
                <a:ext uri="{FF2B5EF4-FFF2-40B4-BE49-F238E27FC236}">
                  <a16:creationId xmlns:a16="http://schemas.microsoft.com/office/drawing/2014/main" id="{38CA96A9-A297-C9F8-10B2-443483B8B69F}"/>
                </a:ext>
              </a:extLst>
            </p:cNvPr>
            <p:cNvSpPr/>
            <p:nvPr/>
          </p:nvSpPr>
          <p:spPr>
            <a:xfrm flipV="1">
              <a:off x="5874697" y="473986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6" name="楕円 75">
              <a:extLst>
                <a:ext uri="{FF2B5EF4-FFF2-40B4-BE49-F238E27FC236}">
                  <a16:creationId xmlns:a16="http://schemas.microsoft.com/office/drawing/2014/main" id="{97AD1CF1-8BA8-7DB3-C30E-CA483DC0053D}"/>
                </a:ext>
              </a:extLst>
            </p:cNvPr>
            <p:cNvSpPr/>
            <p:nvPr/>
          </p:nvSpPr>
          <p:spPr>
            <a:xfrm flipV="1">
              <a:off x="6386288" y="1634955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7" name="楕円 76">
              <a:extLst>
                <a:ext uri="{FF2B5EF4-FFF2-40B4-BE49-F238E27FC236}">
                  <a16:creationId xmlns:a16="http://schemas.microsoft.com/office/drawing/2014/main" id="{76401FC2-83D2-0615-E5E5-0CA182799770}"/>
                </a:ext>
              </a:extLst>
            </p:cNvPr>
            <p:cNvSpPr/>
            <p:nvPr/>
          </p:nvSpPr>
          <p:spPr>
            <a:xfrm flipV="1">
              <a:off x="5874697" y="1634955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DE1528D2-8C91-40A8-5370-871920868BAB}"/>
                </a:ext>
              </a:extLst>
            </p:cNvPr>
            <p:cNvSpPr/>
            <p:nvPr/>
          </p:nvSpPr>
          <p:spPr>
            <a:xfrm flipV="1">
              <a:off x="5463168" y="1525416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9" name="楕円 78">
              <a:extLst>
                <a:ext uri="{FF2B5EF4-FFF2-40B4-BE49-F238E27FC236}">
                  <a16:creationId xmlns:a16="http://schemas.microsoft.com/office/drawing/2014/main" id="{10A3AB7F-AE29-AFD9-B45C-819A3A5E787D}"/>
                </a:ext>
              </a:extLst>
            </p:cNvPr>
            <p:cNvSpPr/>
            <p:nvPr/>
          </p:nvSpPr>
          <p:spPr>
            <a:xfrm flipV="1">
              <a:off x="6798322" y="1531556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2447009A-6ABD-11ED-0DBB-3F1B81148339}"/>
                </a:ext>
              </a:extLst>
            </p:cNvPr>
            <p:cNvSpPr/>
            <p:nvPr/>
          </p:nvSpPr>
          <p:spPr>
            <a:xfrm>
              <a:off x="5949379" y="1135473"/>
              <a:ext cx="509969" cy="57306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1" name="楕円 80">
              <a:extLst>
                <a:ext uri="{FF2B5EF4-FFF2-40B4-BE49-F238E27FC236}">
                  <a16:creationId xmlns:a16="http://schemas.microsoft.com/office/drawing/2014/main" id="{466DE36A-28E2-6364-B017-CDEDC9F0A80F}"/>
                </a:ext>
              </a:extLst>
            </p:cNvPr>
            <p:cNvSpPr/>
            <p:nvPr/>
          </p:nvSpPr>
          <p:spPr>
            <a:xfrm flipV="1">
              <a:off x="6386288" y="1067213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2" name="楕円 81">
              <a:extLst>
                <a:ext uri="{FF2B5EF4-FFF2-40B4-BE49-F238E27FC236}">
                  <a16:creationId xmlns:a16="http://schemas.microsoft.com/office/drawing/2014/main" id="{817954C2-C84B-058A-6072-FC8F0CF0F5FB}"/>
                </a:ext>
              </a:extLst>
            </p:cNvPr>
            <p:cNvSpPr/>
            <p:nvPr/>
          </p:nvSpPr>
          <p:spPr>
            <a:xfrm flipV="1">
              <a:off x="5874697" y="1067213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3" name="楕円 82">
              <a:extLst>
                <a:ext uri="{FF2B5EF4-FFF2-40B4-BE49-F238E27FC236}">
                  <a16:creationId xmlns:a16="http://schemas.microsoft.com/office/drawing/2014/main" id="{131E27EC-D438-E443-C08F-D5A1C890123F}"/>
                </a:ext>
              </a:extLst>
            </p:cNvPr>
            <p:cNvSpPr/>
            <p:nvPr/>
          </p:nvSpPr>
          <p:spPr>
            <a:xfrm flipV="1">
              <a:off x="6134474" y="801010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4" name="楕円 83">
              <a:extLst>
                <a:ext uri="{FF2B5EF4-FFF2-40B4-BE49-F238E27FC236}">
                  <a16:creationId xmlns:a16="http://schemas.microsoft.com/office/drawing/2014/main" id="{73257475-BB06-0056-8CAC-EA009EF3EA83}"/>
                </a:ext>
              </a:extLst>
            </p:cNvPr>
            <p:cNvSpPr/>
            <p:nvPr/>
          </p:nvSpPr>
          <p:spPr>
            <a:xfrm flipV="1">
              <a:off x="6136136" y="1300808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C16BCA41-6D0C-E874-0C19-E2265185BFE9}"/>
                </a:ext>
              </a:extLst>
            </p:cNvPr>
            <p:cNvSpPr/>
            <p:nvPr/>
          </p:nvSpPr>
          <p:spPr>
            <a:xfrm>
              <a:off x="5949379" y="550107"/>
              <a:ext cx="509969" cy="58536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8" name="ひし形 87">
              <a:extLst>
                <a:ext uri="{FF2B5EF4-FFF2-40B4-BE49-F238E27FC236}">
                  <a16:creationId xmlns:a16="http://schemas.microsoft.com/office/drawing/2014/main" id="{34B615DA-FA8C-A99E-826A-BA4944DCE12F}"/>
                </a:ext>
              </a:extLst>
            </p:cNvPr>
            <p:cNvSpPr/>
            <p:nvPr/>
          </p:nvSpPr>
          <p:spPr>
            <a:xfrm>
              <a:off x="5949379" y="862090"/>
              <a:ext cx="509969" cy="522700"/>
            </a:xfrm>
            <a:prstGeom prst="diamond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1" name="二等辺三角形 90">
              <a:extLst>
                <a:ext uri="{FF2B5EF4-FFF2-40B4-BE49-F238E27FC236}">
                  <a16:creationId xmlns:a16="http://schemas.microsoft.com/office/drawing/2014/main" id="{D6234DC3-7117-ED49-3979-57AE981AA9C8}"/>
                </a:ext>
              </a:extLst>
            </p:cNvPr>
            <p:cNvSpPr/>
            <p:nvPr/>
          </p:nvSpPr>
          <p:spPr>
            <a:xfrm flipV="1">
              <a:off x="5949379" y="553789"/>
              <a:ext cx="509969" cy="324176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4" name="二等辺三角形 93">
              <a:extLst>
                <a:ext uri="{FF2B5EF4-FFF2-40B4-BE49-F238E27FC236}">
                  <a16:creationId xmlns:a16="http://schemas.microsoft.com/office/drawing/2014/main" id="{E5DBEED0-1640-A935-0231-32D8C7D28053}"/>
                </a:ext>
              </a:extLst>
            </p:cNvPr>
            <p:cNvSpPr/>
            <p:nvPr/>
          </p:nvSpPr>
          <p:spPr>
            <a:xfrm>
              <a:off x="5949379" y="1390301"/>
              <a:ext cx="509969" cy="324176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AE0842B3-9B51-35D3-3632-38107EF6BF6D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>
              <a:off x="5463168" y="1595305"/>
              <a:ext cx="481418" cy="10953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コネクタ 101">
              <a:extLst>
                <a:ext uri="{FF2B5EF4-FFF2-40B4-BE49-F238E27FC236}">
                  <a16:creationId xmlns:a16="http://schemas.microsoft.com/office/drawing/2014/main" id="{0CFFAF5B-DBE4-F6D9-B4AD-AA55824016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890" y="1595305"/>
              <a:ext cx="481418" cy="10953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楕円 111">
            <a:extLst>
              <a:ext uri="{FF2B5EF4-FFF2-40B4-BE49-F238E27FC236}">
                <a16:creationId xmlns:a16="http://schemas.microsoft.com/office/drawing/2014/main" id="{3760CEED-25F3-FEE8-A52B-9539FF795F03}"/>
              </a:ext>
            </a:extLst>
          </p:cNvPr>
          <p:cNvSpPr/>
          <p:nvPr/>
        </p:nvSpPr>
        <p:spPr>
          <a:xfrm flipV="1">
            <a:off x="8898795" y="799495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3" name="楕円 112">
            <a:extLst>
              <a:ext uri="{FF2B5EF4-FFF2-40B4-BE49-F238E27FC236}">
                <a16:creationId xmlns:a16="http://schemas.microsoft.com/office/drawing/2014/main" id="{BE450780-4281-E4B0-40D3-92988A7D78FA}"/>
              </a:ext>
            </a:extLst>
          </p:cNvPr>
          <p:cNvSpPr/>
          <p:nvPr/>
        </p:nvSpPr>
        <p:spPr>
          <a:xfrm flipV="1">
            <a:off x="7950536" y="799495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4" name="楕円 113">
            <a:extLst>
              <a:ext uri="{FF2B5EF4-FFF2-40B4-BE49-F238E27FC236}">
                <a16:creationId xmlns:a16="http://schemas.microsoft.com/office/drawing/2014/main" id="{1E5ED06E-CD5F-FCD3-1AB2-4876961A4463}"/>
              </a:ext>
            </a:extLst>
          </p:cNvPr>
          <p:cNvSpPr/>
          <p:nvPr/>
        </p:nvSpPr>
        <p:spPr>
          <a:xfrm flipV="1">
            <a:off x="8699666" y="1634955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6" name="楕円 115">
            <a:extLst>
              <a:ext uri="{FF2B5EF4-FFF2-40B4-BE49-F238E27FC236}">
                <a16:creationId xmlns:a16="http://schemas.microsoft.com/office/drawing/2014/main" id="{3BEA7574-A2FE-2AF2-9EEE-E7399D48B603}"/>
              </a:ext>
            </a:extLst>
          </p:cNvPr>
          <p:cNvSpPr/>
          <p:nvPr/>
        </p:nvSpPr>
        <p:spPr>
          <a:xfrm flipV="1">
            <a:off x="8188075" y="1634955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4" name="楕円 123">
            <a:extLst>
              <a:ext uri="{FF2B5EF4-FFF2-40B4-BE49-F238E27FC236}">
                <a16:creationId xmlns:a16="http://schemas.microsoft.com/office/drawing/2014/main" id="{50A97ADB-6850-1EFE-234E-18D82D8FE83C}"/>
              </a:ext>
            </a:extLst>
          </p:cNvPr>
          <p:cNvSpPr/>
          <p:nvPr/>
        </p:nvSpPr>
        <p:spPr>
          <a:xfrm flipV="1">
            <a:off x="7776546" y="1525416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5" name="楕円 124">
            <a:extLst>
              <a:ext uri="{FF2B5EF4-FFF2-40B4-BE49-F238E27FC236}">
                <a16:creationId xmlns:a16="http://schemas.microsoft.com/office/drawing/2014/main" id="{C3DBC855-75C7-A69C-DB57-E28FB1C732B9}"/>
              </a:ext>
            </a:extLst>
          </p:cNvPr>
          <p:cNvSpPr/>
          <p:nvPr/>
        </p:nvSpPr>
        <p:spPr>
          <a:xfrm flipV="1">
            <a:off x="9111700" y="1531556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A9702C00-98E9-FD97-9B71-E9B82AF11514}"/>
              </a:ext>
            </a:extLst>
          </p:cNvPr>
          <p:cNvSpPr/>
          <p:nvPr/>
        </p:nvSpPr>
        <p:spPr>
          <a:xfrm>
            <a:off x="8262757" y="1254701"/>
            <a:ext cx="509969" cy="4538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7" name="楕円 126">
            <a:extLst>
              <a:ext uri="{FF2B5EF4-FFF2-40B4-BE49-F238E27FC236}">
                <a16:creationId xmlns:a16="http://schemas.microsoft.com/office/drawing/2014/main" id="{E7B797DE-9197-A5BB-7473-AC6F9A05A62D}"/>
              </a:ext>
            </a:extLst>
          </p:cNvPr>
          <p:cNvSpPr/>
          <p:nvPr/>
        </p:nvSpPr>
        <p:spPr>
          <a:xfrm flipV="1">
            <a:off x="8699666" y="1181517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8" name="楕円 127">
            <a:extLst>
              <a:ext uri="{FF2B5EF4-FFF2-40B4-BE49-F238E27FC236}">
                <a16:creationId xmlns:a16="http://schemas.microsoft.com/office/drawing/2014/main" id="{C2453359-8D8A-BD97-A492-11C31AB104DE}"/>
              </a:ext>
            </a:extLst>
          </p:cNvPr>
          <p:cNvSpPr/>
          <p:nvPr/>
        </p:nvSpPr>
        <p:spPr>
          <a:xfrm flipV="1">
            <a:off x="8188075" y="1181517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9" name="楕円 128">
            <a:extLst>
              <a:ext uri="{FF2B5EF4-FFF2-40B4-BE49-F238E27FC236}">
                <a16:creationId xmlns:a16="http://schemas.microsoft.com/office/drawing/2014/main" id="{B28A9DCA-C4AE-E8AE-CD06-D1099D4CE5EE}"/>
              </a:ext>
            </a:extLst>
          </p:cNvPr>
          <p:cNvSpPr/>
          <p:nvPr/>
        </p:nvSpPr>
        <p:spPr>
          <a:xfrm flipV="1">
            <a:off x="8447852" y="801010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2" name="二等辺三角形 141">
            <a:extLst>
              <a:ext uri="{FF2B5EF4-FFF2-40B4-BE49-F238E27FC236}">
                <a16:creationId xmlns:a16="http://schemas.microsoft.com/office/drawing/2014/main" id="{4A2ACC31-94F7-06D6-BD56-4E101F1751B7}"/>
              </a:ext>
            </a:extLst>
          </p:cNvPr>
          <p:cNvSpPr/>
          <p:nvPr/>
        </p:nvSpPr>
        <p:spPr>
          <a:xfrm>
            <a:off x="8262757" y="866416"/>
            <a:ext cx="509969" cy="385728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43" name="直線コネクタ 142">
            <a:extLst>
              <a:ext uri="{FF2B5EF4-FFF2-40B4-BE49-F238E27FC236}">
                <a16:creationId xmlns:a16="http://schemas.microsoft.com/office/drawing/2014/main" id="{1D01EC8C-538F-9CA7-2B49-971E67BB7081}"/>
              </a:ext>
            </a:extLst>
          </p:cNvPr>
          <p:cNvCxnSpPr>
            <a:cxnSpLocks/>
            <a:stCxn id="124" idx="2"/>
          </p:cNvCxnSpPr>
          <p:nvPr/>
        </p:nvCxnSpPr>
        <p:spPr>
          <a:xfrm>
            <a:off x="7776546" y="1595305"/>
            <a:ext cx="481418" cy="10953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直線コネクタ 143">
            <a:extLst>
              <a:ext uri="{FF2B5EF4-FFF2-40B4-BE49-F238E27FC236}">
                <a16:creationId xmlns:a16="http://schemas.microsoft.com/office/drawing/2014/main" id="{1726F05D-3139-6C78-8B76-68B77D4294C8}"/>
              </a:ext>
            </a:extLst>
          </p:cNvPr>
          <p:cNvCxnSpPr>
            <a:cxnSpLocks/>
          </p:cNvCxnSpPr>
          <p:nvPr/>
        </p:nvCxnSpPr>
        <p:spPr>
          <a:xfrm flipH="1">
            <a:off x="8736268" y="1595305"/>
            <a:ext cx="481418" cy="10953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楕円 144">
            <a:extLst>
              <a:ext uri="{FF2B5EF4-FFF2-40B4-BE49-F238E27FC236}">
                <a16:creationId xmlns:a16="http://schemas.microsoft.com/office/drawing/2014/main" id="{C889549E-4F1F-ECBC-D73A-E6FAF6C350BC}"/>
              </a:ext>
            </a:extLst>
          </p:cNvPr>
          <p:cNvSpPr/>
          <p:nvPr/>
        </p:nvSpPr>
        <p:spPr>
          <a:xfrm flipV="1">
            <a:off x="8447852" y="417207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46" name="直線コネクタ 145">
            <a:extLst>
              <a:ext uri="{FF2B5EF4-FFF2-40B4-BE49-F238E27FC236}">
                <a16:creationId xmlns:a16="http://schemas.microsoft.com/office/drawing/2014/main" id="{5754D584-1DCF-D6A5-162E-6E995C99B1F2}"/>
              </a:ext>
            </a:extLst>
          </p:cNvPr>
          <p:cNvCxnSpPr>
            <a:cxnSpLocks/>
          </p:cNvCxnSpPr>
          <p:nvPr/>
        </p:nvCxnSpPr>
        <p:spPr>
          <a:xfrm flipH="1">
            <a:off x="8083975" y="853381"/>
            <a:ext cx="806509" cy="23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直線コネクタ 146">
            <a:extLst>
              <a:ext uri="{FF2B5EF4-FFF2-40B4-BE49-F238E27FC236}">
                <a16:creationId xmlns:a16="http://schemas.microsoft.com/office/drawing/2014/main" id="{48AE241C-FB5A-75AC-4B92-1E6E23B3BFE9}"/>
              </a:ext>
            </a:extLst>
          </p:cNvPr>
          <p:cNvCxnSpPr>
            <a:cxnSpLocks/>
          </p:cNvCxnSpPr>
          <p:nvPr/>
        </p:nvCxnSpPr>
        <p:spPr>
          <a:xfrm flipV="1">
            <a:off x="8516331" y="550973"/>
            <a:ext cx="0" cy="3079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楕円 35">
            <a:extLst>
              <a:ext uri="{FF2B5EF4-FFF2-40B4-BE49-F238E27FC236}">
                <a16:creationId xmlns:a16="http://schemas.microsoft.com/office/drawing/2014/main" id="{E6B60EE4-3C00-76EC-B2B2-CA0D2FE526D0}"/>
              </a:ext>
            </a:extLst>
          </p:cNvPr>
          <p:cNvSpPr/>
          <p:nvPr/>
        </p:nvSpPr>
        <p:spPr>
          <a:xfrm flipV="1">
            <a:off x="3730890" y="3550098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327C6496-38B8-86B5-DB84-B2AAE4BDE6C1}"/>
              </a:ext>
            </a:extLst>
          </p:cNvPr>
          <p:cNvSpPr/>
          <p:nvPr/>
        </p:nvSpPr>
        <p:spPr>
          <a:xfrm flipV="1">
            <a:off x="3724540" y="290336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6EAB7507-0AF6-C4B3-CD09-122E7764876B}"/>
              </a:ext>
            </a:extLst>
          </p:cNvPr>
          <p:cNvSpPr/>
          <p:nvPr/>
        </p:nvSpPr>
        <p:spPr>
          <a:xfrm flipV="1">
            <a:off x="3979525" y="3863758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44E81162-B284-4CB2-0AC9-1392A2CED145}"/>
              </a:ext>
            </a:extLst>
          </p:cNvPr>
          <p:cNvSpPr/>
          <p:nvPr/>
        </p:nvSpPr>
        <p:spPr>
          <a:xfrm flipV="1">
            <a:off x="3467934" y="3863758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BEC261D9-9343-0400-9966-4F13A99028D1}"/>
              </a:ext>
            </a:extLst>
          </p:cNvPr>
          <p:cNvSpPr/>
          <p:nvPr/>
        </p:nvSpPr>
        <p:spPr>
          <a:xfrm flipV="1">
            <a:off x="3056405" y="375421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81196B34-90A7-492C-7CA5-5964BE4E7DA0}"/>
              </a:ext>
            </a:extLst>
          </p:cNvPr>
          <p:cNvSpPr/>
          <p:nvPr/>
        </p:nvSpPr>
        <p:spPr>
          <a:xfrm flipV="1">
            <a:off x="4391559" y="376035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2A59DBDF-B5DD-B8C0-B203-C59DC2AE00F3}"/>
              </a:ext>
            </a:extLst>
          </p:cNvPr>
          <p:cNvSpPr/>
          <p:nvPr/>
        </p:nvSpPr>
        <p:spPr>
          <a:xfrm flipV="1">
            <a:off x="3979525" y="3244323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4A580F99-B6C7-2C17-1721-CEAD5C895990}"/>
              </a:ext>
            </a:extLst>
          </p:cNvPr>
          <p:cNvSpPr/>
          <p:nvPr/>
        </p:nvSpPr>
        <p:spPr>
          <a:xfrm flipV="1">
            <a:off x="3467934" y="3244323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F81EA118-4D4A-C0EA-7EA7-CF0BD236D961}"/>
              </a:ext>
            </a:extLst>
          </p:cNvPr>
          <p:cNvSpPr/>
          <p:nvPr/>
        </p:nvSpPr>
        <p:spPr>
          <a:xfrm flipV="1">
            <a:off x="3056405" y="3134784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D99D030E-B4F3-A6C3-112D-B7711DD265D7}"/>
              </a:ext>
            </a:extLst>
          </p:cNvPr>
          <p:cNvSpPr/>
          <p:nvPr/>
        </p:nvSpPr>
        <p:spPr>
          <a:xfrm flipV="1">
            <a:off x="4391559" y="3140924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4F745C0E-0E7B-A3D4-61C2-ADF0C777D6CD}"/>
              </a:ext>
            </a:extLst>
          </p:cNvPr>
          <p:cNvSpPr/>
          <p:nvPr/>
        </p:nvSpPr>
        <p:spPr>
          <a:xfrm flipV="1">
            <a:off x="1613687" y="3785011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A408CD65-ED14-7DD9-8D86-3D7C2FBFE6DA}"/>
              </a:ext>
            </a:extLst>
          </p:cNvPr>
          <p:cNvSpPr/>
          <p:nvPr/>
        </p:nvSpPr>
        <p:spPr>
          <a:xfrm flipV="1">
            <a:off x="1102096" y="3785011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1BDCE65C-A41D-41B2-30E8-3D1B0ACC6553}"/>
              </a:ext>
            </a:extLst>
          </p:cNvPr>
          <p:cNvSpPr/>
          <p:nvPr/>
        </p:nvSpPr>
        <p:spPr>
          <a:xfrm flipV="1">
            <a:off x="716758" y="3675472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A8EDF557-0A87-FBC1-E280-43DF022387CF}"/>
              </a:ext>
            </a:extLst>
          </p:cNvPr>
          <p:cNvSpPr/>
          <p:nvPr/>
        </p:nvSpPr>
        <p:spPr>
          <a:xfrm flipV="1">
            <a:off x="2025721" y="3681612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CA6E469D-5EEB-800E-9C2D-9055C34136A9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737228" y="3695942"/>
            <a:ext cx="435568" cy="165188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889598D4-A901-C120-1419-540FF5DC212D}"/>
              </a:ext>
            </a:extLst>
          </p:cNvPr>
          <p:cNvCxnSpPr>
            <a:cxnSpLocks/>
            <a:stCxn id="28" idx="5"/>
          </p:cNvCxnSpPr>
          <p:nvPr/>
        </p:nvCxnSpPr>
        <p:spPr>
          <a:xfrm flipH="1">
            <a:off x="1682765" y="3702082"/>
            <a:ext cx="462264" cy="159048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3" name="グループ化 152">
            <a:extLst>
              <a:ext uri="{FF2B5EF4-FFF2-40B4-BE49-F238E27FC236}">
                <a16:creationId xmlns:a16="http://schemas.microsoft.com/office/drawing/2014/main" id="{3C6FB88E-BC6F-92EE-54C6-9EC724F78C80}"/>
              </a:ext>
            </a:extLst>
          </p:cNvPr>
          <p:cNvGrpSpPr/>
          <p:nvPr/>
        </p:nvGrpSpPr>
        <p:grpSpPr>
          <a:xfrm>
            <a:off x="1146529" y="2803762"/>
            <a:ext cx="536236" cy="419744"/>
            <a:chOff x="1147340" y="2754777"/>
            <a:chExt cx="536236" cy="419744"/>
          </a:xfrm>
        </p:grpSpPr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1A75F191-E63A-A2A2-BBBD-98351F3074E7}"/>
                </a:ext>
              </a:extLst>
            </p:cNvPr>
            <p:cNvSpPr/>
            <p:nvPr/>
          </p:nvSpPr>
          <p:spPr>
            <a:xfrm>
              <a:off x="1357892" y="2754777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8D3C6410-1CD0-E1A9-788F-5119C28BBFCD}"/>
                </a:ext>
              </a:extLst>
            </p:cNvPr>
            <p:cNvSpPr/>
            <p:nvPr/>
          </p:nvSpPr>
          <p:spPr>
            <a:xfrm>
              <a:off x="1543798" y="3034743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BAFD7E2C-F519-4A3F-2F5D-AD250CB7F730}"/>
                </a:ext>
              </a:extLst>
            </p:cNvPr>
            <p:cNvSpPr/>
            <p:nvPr/>
          </p:nvSpPr>
          <p:spPr>
            <a:xfrm>
              <a:off x="1147340" y="3034743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19" name="楕円 18">
            <a:extLst>
              <a:ext uri="{FF2B5EF4-FFF2-40B4-BE49-F238E27FC236}">
                <a16:creationId xmlns:a16="http://schemas.microsoft.com/office/drawing/2014/main" id="{35A0EB9A-C52E-63FA-CA21-4B6B8AA57997}"/>
              </a:ext>
            </a:extLst>
          </p:cNvPr>
          <p:cNvSpPr/>
          <p:nvPr/>
        </p:nvSpPr>
        <p:spPr>
          <a:xfrm>
            <a:off x="1354879" y="3443613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249342C6-6B86-EACA-C0ED-E7F62FB21B0D}"/>
              </a:ext>
            </a:extLst>
          </p:cNvPr>
          <p:cNvSpPr/>
          <p:nvPr/>
        </p:nvSpPr>
        <p:spPr>
          <a:xfrm>
            <a:off x="942845" y="3303835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8DFF68F2-0771-6256-5331-BBA68E90F48D}"/>
              </a:ext>
            </a:extLst>
          </p:cNvPr>
          <p:cNvSpPr/>
          <p:nvPr/>
        </p:nvSpPr>
        <p:spPr>
          <a:xfrm>
            <a:off x="1826915" y="3303835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54" name="直線コネクタ 153">
            <a:extLst>
              <a:ext uri="{FF2B5EF4-FFF2-40B4-BE49-F238E27FC236}">
                <a16:creationId xmlns:a16="http://schemas.microsoft.com/office/drawing/2014/main" id="{609A709A-D003-BDA3-D501-6253F3677FC1}"/>
              </a:ext>
            </a:extLst>
          </p:cNvPr>
          <p:cNvCxnSpPr>
            <a:cxnSpLocks/>
            <a:stCxn id="24" idx="2"/>
            <a:endCxn id="25" idx="6"/>
          </p:cNvCxnSpPr>
          <p:nvPr/>
        </p:nvCxnSpPr>
        <p:spPr>
          <a:xfrm flipH="1">
            <a:off x="1241874" y="3854900"/>
            <a:ext cx="371813" cy="0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7" name="直線コネクタ 156">
            <a:extLst>
              <a:ext uri="{FF2B5EF4-FFF2-40B4-BE49-F238E27FC236}">
                <a16:creationId xmlns:a16="http://schemas.microsoft.com/office/drawing/2014/main" id="{FE27384D-70DB-DFB9-54E2-456B160EF999}"/>
              </a:ext>
            </a:extLst>
          </p:cNvPr>
          <p:cNvCxnSpPr>
            <a:cxnSpLocks/>
            <a:stCxn id="21" idx="6"/>
            <a:endCxn id="19" idx="3"/>
          </p:cNvCxnSpPr>
          <p:nvPr/>
        </p:nvCxnSpPr>
        <p:spPr>
          <a:xfrm flipH="1">
            <a:off x="1375349" y="3373724"/>
            <a:ext cx="591344" cy="189197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直線コネクタ 162">
            <a:extLst>
              <a:ext uri="{FF2B5EF4-FFF2-40B4-BE49-F238E27FC236}">
                <a16:creationId xmlns:a16="http://schemas.microsoft.com/office/drawing/2014/main" id="{132F396A-4493-2C7B-A9B0-512E8735E003}"/>
              </a:ext>
            </a:extLst>
          </p:cNvPr>
          <p:cNvCxnSpPr>
            <a:cxnSpLocks/>
            <a:stCxn id="19" idx="5"/>
            <a:endCxn id="20" idx="2"/>
          </p:cNvCxnSpPr>
          <p:nvPr/>
        </p:nvCxnSpPr>
        <p:spPr>
          <a:xfrm flipH="1" flipV="1">
            <a:off x="942845" y="3373724"/>
            <a:ext cx="531342" cy="189197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8" name="直線コネクタ 167">
            <a:extLst>
              <a:ext uri="{FF2B5EF4-FFF2-40B4-BE49-F238E27FC236}">
                <a16:creationId xmlns:a16="http://schemas.microsoft.com/office/drawing/2014/main" id="{C4BF3C33-1401-01B8-825B-59B3406AE39E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 flipH="1">
            <a:off x="1146529" y="3153617"/>
            <a:ext cx="536236" cy="0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直線コネクタ 173">
            <a:extLst>
              <a:ext uri="{FF2B5EF4-FFF2-40B4-BE49-F238E27FC236}">
                <a16:creationId xmlns:a16="http://schemas.microsoft.com/office/drawing/2014/main" id="{54F31861-5348-40A6-9AEA-4AAA7C2B7FC4}"/>
              </a:ext>
            </a:extLst>
          </p:cNvPr>
          <p:cNvCxnSpPr>
            <a:cxnSpLocks/>
          </p:cNvCxnSpPr>
          <p:nvPr/>
        </p:nvCxnSpPr>
        <p:spPr>
          <a:xfrm>
            <a:off x="3104464" y="3791571"/>
            <a:ext cx="435568" cy="165188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直線コネクタ 174">
            <a:extLst>
              <a:ext uri="{FF2B5EF4-FFF2-40B4-BE49-F238E27FC236}">
                <a16:creationId xmlns:a16="http://schemas.microsoft.com/office/drawing/2014/main" id="{9CFDC4B2-0B4F-4E46-21DE-3D8D96539462}"/>
              </a:ext>
            </a:extLst>
          </p:cNvPr>
          <p:cNvCxnSpPr>
            <a:cxnSpLocks/>
          </p:cNvCxnSpPr>
          <p:nvPr/>
        </p:nvCxnSpPr>
        <p:spPr>
          <a:xfrm flipH="1">
            <a:off x="4050001" y="3797711"/>
            <a:ext cx="462264" cy="159048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直線コネクタ 175">
            <a:extLst>
              <a:ext uri="{FF2B5EF4-FFF2-40B4-BE49-F238E27FC236}">
                <a16:creationId xmlns:a16="http://schemas.microsoft.com/office/drawing/2014/main" id="{35C321E5-A473-8685-22C0-A3A968F6F4F0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 flipH="1">
            <a:off x="3467934" y="3933647"/>
            <a:ext cx="651369" cy="0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7" name="直線コネクタ 176">
            <a:extLst>
              <a:ext uri="{FF2B5EF4-FFF2-40B4-BE49-F238E27FC236}">
                <a16:creationId xmlns:a16="http://schemas.microsoft.com/office/drawing/2014/main" id="{B9DAE096-D0FA-E60A-DB95-BBB89369214E}"/>
              </a:ext>
            </a:extLst>
          </p:cNvPr>
          <p:cNvCxnSpPr>
            <a:cxnSpLocks/>
          </p:cNvCxnSpPr>
          <p:nvPr/>
        </p:nvCxnSpPr>
        <p:spPr>
          <a:xfrm>
            <a:off x="3104464" y="3167864"/>
            <a:ext cx="435568" cy="165188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8" name="直線コネクタ 177">
            <a:extLst>
              <a:ext uri="{FF2B5EF4-FFF2-40B4-BE49-F238E27FC236}">
                <a16:creationId xmlns:a16="http://schemas.microsoft.com/office/drawing/2014/main" id="{A86A71CF-2E6A-2EBD-CE96-518FAE75400D}"/>
              </a:ext>
            </a:extLst>
          </p:cNvPr>
          <p:cNvCxnSpPr>
            <a:cxnSpLocks/>
          </p:cNvCxnSpPr>
          <p:nvPr/>
        </p:nvCxnSpPr>
        <p:spPr>
          <a:xfrm flipH="1">
            <a:off x="4050001" y="3174004"/>
            <a:ext cx="462264" cy="159048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9" name="直線コネクタ 178">
            <a:extLst>
              <a:ext uri="{FF2B5EF4-FFF2-40B4-BE49-F238E27FC236}">
                <a16:creationId xmlns:a16="http://schemas.microsoft.com/office/drawing/2014/main" id="{4CE53924-609B-53CE-3CBE-7D07C15D5D55}"/>
              </a:ext>
            </a:extLst>
          </p:cNvPr>
          <p:cNvCxnSpPr>
            <a:cxnSpLocks/>
          </p:cNvCxnSpPr>
          <p:nvPr/>
        </p:nvCxnSpPr>
        <p:spPr>
          <a:xfrm flipH="1">
            <a:off x="3609110" y="3320472"/>
            <a:ext cx="371813" cy="0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1" name="楕円 180">
            <a:extLst>
              <a:ext uri="{FF2B5EF4-FFF2-40B4-BE49-F238E27FC236}">
                <a16:creationId xmlns:a16="http://schemas.microsoft.com/office/drawing/2014/main" id="{98CA8742-D270-6936-0DF1-EE0F17D93C1F}"/>
              </a:ext>
            </a:extLst>
          </p:cNvPr>
          <p:cNvSpPr/>
          <p:nvPr/>
        </p:nvSpPr>
        <p:spPr>
          <a:xfrm flipV="1">
            <a:off x="6090954" y="2755458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6" name="楕円 185">
            <a:extLst>
              <a:ext uri="{FF2B5EF4-FFF2-40B4-BE49-F238E27FC236}">
                <a16:creationId xmlns:a16="http://schemas.microsoft.com/office/drawing/2014/main" id="{4C72C269-820D-E076-1B76-C934F638DA09}"/>
              </a:ext>
            </a:extLst>
          </p:cNvPr>
          <p:cNvSpPr/>
          <p:nvPr/>
        </p:nvSpPr>
        <p:spPr>
          <a:xfrm flipV="1">
            <a:off x="6345939" y="3028255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7" name="楕円 186">
            <a:extLst>
              <a:ext uri="{FF2B5EF4-FFF2-40B4-BE49-F238E27FC236}">
                <a16:creationId xmlns:a16="http://schemas.microsoft.com/office/drawing/2014/main" id="{C80FE13B-9D7A-6B35-ACA4-AF3A3C3BA368}"/>
              </a:ext>
            </a:extLst>
          </p:cNvPr>
          <p:cNvSpPr/>
          <p:nvPr/>
        </p:nvSpPr>
        <p:spPr>
          <a:xfrm flipV="1">
            <a:off x="5834348" y="3028255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8" name="楕円 187">
            <a:extLst>
              <a:ext uri="{FF2B5EF4-FFF2-40B4-BE49-F238E27FC236}">
                <a16:creationId xmlns:a16="http://schemas.microsoft.com/office/drawing/2014/main" id="{C8718A46-3F3C-DE76-4E93-D07F5E396AD2}"/>
              </a:ext>
            </a:extLst>
          </p:cNvPr>
          <p:cNvSpPr/>
          <p:nvPr/>
        </p:nvSpPr>
        <p:spPr>
          <a:xfrm flipV="1">
            <a:off x="5422819" y="3396193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9" name="楕円 188">
            <a:extLst>
              <a:ext uri="{FF2B5EF4-FFF2-40B4-BE49-F238E27FC236}">
                <a16:creationId xmlns:a16="http://schemas.microsoft.com/office/drawing/2014/main" id="{09AF016C-33F8-5A96-4F5A-0A5985AB8C2B}"/>
              </a:ext>
            </a:extLst>
          </p:cNvPr>
          <p:cNvSpPr/>
          <p:nvPr/>
        </p:nvSpPr>
        <p:spPr>
          <a:xfrm flipV="1">
            <a:off x="6757973" y="3402333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0" name="楕円 179">
            <a:extLst>
              <a:ext uri="{FF2B5EF4-FFF2-40B4-BE49-F238E27FC236}">
                <a16:creationId xmlns:a16="http://schemas.microsoft.com/office/drawing/2014/main" id="{04EDBC0E-A178-6DAF-B154-645B1AC41E5D}"/>
              </a:ext>
            </a:extLst>
          </p:cNvPr>
          <p:cNvSpPr/>
          <p:nvPr/>
        </p:nvSpPr>
        <p:spPr>
          <a:xfrm flipV="1">
            <a:off x="6106042" y="3809467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2" name="楕円 181">
            <a:extLst>
              <a:ext uri="{FF2B5EF4-FFF2-40B4-BE49-F238E27FC236}">
                <a16:creationId xmlns:a16="http://schemas.microsoft.com/office/drawing/2014/main" id="{9FEAB9D7-CF19-8F60-0F9D-C2B125E48FAF}"/>
              </a:ext>
            </a:extLst>
          </p:cNvPr>
          <p:cNvSpPr/>
          <p:nvPr/>
        </p:nvSpPr>
        <p:spPr>
          <a:xfrm flipV="1">
            <a:off x="6590421" y="3666542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3" name="楕円 182">
            <a:extLst>
              <a:ext uri="{FF2B5EF4-FFF2-40B4-BE49-F238E27FC236}">
                <a16:creationId xmlns:a16="http://schemas.microsoft.com/office/drawing/2014/main" id="{6F01865F-66FA-5786-D945-94A13C543713}"/>
              </a:ext>
            </a:extLst>
          </p:cNvPr>
          <p:cNvSpPr/>
          <p:nvPr/>
        </p:nvSpPr>
        <p:spPr>
          <a:xfrm flipV="1">
            <a:off x="5633812" y="3666542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06" name="楕円 205">
            <a:extLst>
              <a:ext uri="{FF2B5EF4-FFF2-40B4-BE49-F238E27FC236}">
                <a16:creationId xmlns:a16="http://schemas.microsoft.com/office/drawing/2014/main" id="{0617596C-542B-F688-E6B6-F378FC8D9295}"/>
              </a:ext>
            </a:extLst>
          </p:cNvPr>
          <p:cNvSpPr/>
          <p:nvPr/>
        </p:nvSpPr>
        <p:spPr>
          <a:xfrm flipV="1">
            <a:off x="6316577" y="3362900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07" name="楕円 206">
            <a:extLst>
              <a:ext uri="{FF2B5EF4-FFF2-40B4-BE49-F238E27FC236}">
                <a16:creationId xmlns:a16="http://schemas.microsoft.com/office/drawing/2014/main" id="{586F5615-48B6-908B-EF01-77B1713B5F5D}"/>
              </a:ext>
            </a:extLst>
          </p:cNvPr>
          <p:cNvSpPr/>
          <p:nvPr/>
        </p:nvSpPr>
        <p:spPr>
          <a:xfrm flipV="1">
            <a:off x="5919286" y="3362900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4" name="五角形 223">
            <a:extLst>
              <a:ext uri="{FF2B5EF4-FFF2-40B4-BE49-F238E27FC236}">
                <a16:creationId xmlns:a16="http://schemas.microsoft.com/office/drawing/2014/main" id="{64FCDF18-1FBE-FEA2-AC26-B05CA49EF043}"/>
              </a:ext>
            </a:extLst>
          </p:cNvPr>
          <p:cNvSpPr/>
          <p:nvPr/>
        </p:nvSpPr>
        <p:spPr>
          <a:xfrm flipV="1">
            <a:off x="5702069" y="3438287"/>
            <a:ext cx="963050" cy="469105"/>
          </a:xfrm>
          <a:custGeom>
            <a:avLst/>
            <a:gdLst>
              <a:gd name="csX0" fmla="*/ 1 w 963052"/>
              <a:gd name="csY0" fmla="*/ 166580 h 436114"/>
              <a:gd name="csX1" fmla="*/ 481526 w 963052"/>
              <a:gd name="csY1" fmla="*/ 0 h 436114"/>
              <a:gd name="csX2" fmla="*/ 963051 w 963052"/>
              <a:gd name="csY2" fmla="*/ 166580 h 436114"/>
              <a:gd name="csX3" fmla="*/ 779125 w 963052"/>
              <a:gd name="csY3" fmla="*/ 436113 h 436114"/>
              <a:gd name="csX4" fmla="*/ 183927 w 963052"/>
              <a:gd name="csY4" fmla="*/ 436113 h 436114"/>
              <a:gd name="csX5" fmla="*/ 1 w 963052"/>
              <a:gd name="csY5" fmla="*/ 166580 h 436114"/>
              <a:gd name="csX0" fmla="*/ 0 w 963050"/>
              <a:gd name="csY0" fmla="*/ 166580 h 438494"/>
              <a:gd name="csX1" fmla="*/ 481525 w 963050"/>
              <a:gd name="csY1" fmla="*/ 0 h 438494"/>
              <a:gd name="csX2" fmla="*/ 963050 w 963050"/>
              <a:gd name="csY2" fmla="*/ 166580 h 438494"/>
              <a:gd name="csX3" fmla="*/ 779124 w 963050"/>
              <a:gd name="csY3" fmla="*/ 436113 h 438494"/>
              <a:gd name="csX4" fmla="*/ 283939 w 963050"/>
              <a:gd name="csY4" fmla="*/ 438494 h 438494"/>
              <a:gd name="csX5" fmla="*/ 0 w 963050"/>
              <a:gd name="csY5" fmla="*/ 166580 h 438494"/>
              <a:gd name="csX0" fmla="*/ 0 w 963050"/>
              <a:gd name="csY0" fmla="*/ 166580 h 438494"/>
              <a:gd name="csX1" fmla="*/ 481525 w 963050"/>
              <a:gd name="csY1" fmla="*/ 0 h 438494"/>
              <a:gd name="csX2" fmla="*/ 963050 w 963050"/>
              <a:gd name="csY2" fmla="*/ 166580 h 438494"/>
              <a:gd name="csX3" fmla="*/ 691018 w 963050"/>
              <a:gd name="csY3" fmla="*/ 436113 h 438494"/>
              <a:gd name="csX4" fmla="*/ 283939 w 963050"/>
              <a:gd name="csY4" fmla="*/ 438494 h 438494"/>
              <a:gd name="csX5" fmla="*/ 0 w 963050"/>
              <a:gd name="csY5" fmla="*/ 166580 h 438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63050" h="438494">
                <a:moveTo>
                  <a:pt x="0" y="166580"/>
                </a:moveTo>
                <a:lnTo>
                  <a:pt x="481525" y="0"/>
                </a:lnTo>
                <a:lnTo>
                  <a:pt x="963050" y="166580"/>
                </a:lnTo>
                <a:lnTo>
                  <a:pt x="691018" y="436113"/>
                </a:lnTo>
                <a:lnTo>
                  <a:pt x="283939" y="438494"/>
                </a:lnTo>
                <a:lnTo>
                  <a:pt x="0" y="16658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1" name="五角形 223">
            <a:extLst>
              <a:ext uri="{FF2B5EF4-FFF2-40B4-BE49-F238E27FC236}">
                <a16:creationId xmlns:a16="http://schemas.microsoft.com/office/drawing/2014/main" id="{C13D95E4-5DE7-480A-9FDB-01C2EFA36F8D}"/>
              </a:ext>
            </a:extLst>
          </p:cNvPr>
          <p:cNvSpPr/>
          <p:nvPr/>
        </p:nvSpPr>
        <p:spPr>
          <a:xfrm>
            <a:off x="5915260" y="2825347"/>
            <a:ext cx="499828" cy="277962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2" name="直線コネクタ 231">
            <a:extLst>
              <a:ext uri="{FF2B5EF4-FFF2-40B4-BE49-F238E27FC236}">
                <a16:creationId xmlns:a16="http://schemas.microsoft.com/office/drawing/2014/main" id="{F09E86BD-228C-ED8B-7365-78182EF43956}"/>
              </a:ext>
            </a:extLst>
          </p:cNvPr>
          <p:cNvCxnSpPr>
            <a:cxnSpLocks/>
            <a:stCxn id="188" idx="2"/>
            <a:endCxn id="224" idx="4"/>
          </p:cNvCxnSpPr>
          <p:nvPr/>
        </p:nvCxnSpPr>
        <p:spPr>
          <a:xfrm flipV="1">
            <a:off x="5422819" y="3438287"/>
            <a:ext cx="563189" cy="27795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3" name="直線コネクタ 232">
            <a:extLst>
              <a:ext uri="{FF2B5EF4-FFF2-40B4-BE49-F238E27FC236}">
                <a16:creationId xmlns:a16="http://schemas.microsoft.com/office/drawing/2014/main" id="{5590C672-6D27-8189-6BB2-4BED0CA242CC}"/>
              </a:ext>
            </a:extLst>
          </p:cNvPr>
          <p:cNvCxnSpPr>
            <a:cxnSpLocks/>
            <a:stCxn id="189" idx="6"/>
            <a:endCxn id="224" idx="3"/>
          </p:cNvCxnSpPr>
          <p:nvPr/>
        </p:nvCxnSpPr>
        <p:spPr>
          <a:xfrm flipH="1" flipV="1">
            <a:off x="6393087" y="3440834"/>
            <a:ext cx="504664" cy="31388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0" name="直線コネクタ 239">
            <a:extLst>
              <a:ext uri="{FF2B5EF4-FFF2-40B4-BE49-F238E27FC236}">
                <a16:creationId xmlns:a16="http://schemas.microsoft.com/office/drawing/2014/main" id="{E44C96B9-41A9-8379-0028-7BF3605F500F}"/>
              </a:ext>
            </a:extLst>
          </p:cNvPr>
          <p:cNvCxnSpPr>
            <a:cxnSpLocks/>
            <a:stCxn id="188" idx="3"/>
          </p:cNvCxnSpPr>
          <p:nvPr/>
        </p:nvCxnSpPr>
        <p:spPr>
          <a:xfrm>
            <a:off x="5443289" y="3416663"/>
            <a:ext cx="258780" cy="285659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1" name="直線コネクタ 240">
            <a:extLst>
              <a:ext uri="{FF2B5EF4-FFF2-40B4-BE49-F238E27FC236}">
                <a16:creationId xmlns:a16="http://schemas.microsoft.com/office/drawing/2014/main" id="{4844E3F2-9447-AF9B-C965-1A959E92058C}"/>
              </a:ext>
            </a:extLst>
          </p:cNvPr>
          <p:cNvCxnSpPr>
            <a:cxnSpLocks/>
            <a:stCxn id="224" idx="2"/>
            <a:endCxn id="189" idx="5"/>
          </p:cNvCxnSpPr>
          <p:nvPr/>
        </p:nvCxnSpPr>
        <p:spPr>
          <a:xfrm flipV="1">
            <a:off x="6665119" y="3422803"/>
            <a:ext cx="212162" cy="306380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6" name="直線コネクタ 255">
            <a:extLst>
              <a:ext uri="{FF2B5EF4-FFF2-40B4-BE49-F238E27FC236}">
                <a16:creationId xmlns:a16="http://schemas.microsoft.com/office/drawing/2014/main" id="{42B34A25-2CCD-6443-35CC-C697E1623678}"/>
              </a:ext>
            </a:extLst>
          </p:cNvPr>
          <p:cNvCxnSpPr>
            <a:cxnSpLocks/>
            <a:stCxn id="224" idx="4"/>
            <a:endCxn id="231" idx="2"/>
          </p:cNvCxnSpPr>
          <p:nvPr/>
        </p:nvCxnSpPr>
        <p:spPr>
          <a:xfrm flipH="1" flipV="1">
            <a:off x="5915260" y="3103309"/>
            <a:ext cx="70748" cy="334978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7" name="直線コネクタ 256">
            <a:extLst>
              <a:ext uri="{FF2B5EF4-FFF2-40B4-BE49-F238E27FC236}">
                <a16:creationId xmlns:a16="http://schemas.microsoft.com/office/drawing/2014/main" id="{DA360D54-C34F-057E-7DE7-BC443117484F}"/>
              </a:ext>
            </a:extLst>
          </p:cNvPr>
          <p:cNvCxnSpPr>
            <a:cxnSpLocks/>
            <a:stCxn id="224" idx="3"/>
            <a:endCxn id="231" idx="4"/>
          </p:cNvCxnSpPr>
          <p:nvPr/>
        </p:nvCxnSpPr>
        <p:spPr>
          <a:xfrm flipV="1">
            <a:off x="6393087" y="3103309"/>
            <a:ext cx="22001" cy="337525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5" name="楕円 264">
            <a:extLst>
              <a:ext uri="{FF2B5EF4-FFF2-40B4-BE49-F238E27FC236}">
                <a16:creationId xmlns:a16="http://schemas.microsoft.com/office/drawing/2014/main" id="{654DE90E-CDFF-D784-03E5-A658A5C1BB5B}"/>
              </a:ext>
            </a:extLst>
          </p:cNvPr>
          <p:cNvSpPr/>
          <p:nvPr/>
        </p:nvSpPr>
        <p:spPr>
          <a:xfrm flipV="1">
            <a:off x="7776546" y="3314332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6" name="楕円 265">
            <a:extLst>
              <a:ext uri="{FF2B5EF4-FFF2-40B4-BE49-F238E27FC236}">
                <a16:creationId xmlns:a16="http://schemas.microsoft.com/office/drawing/2014/main" id="{C219E7CE-A18F-5089-20F6-96C0AF85DB02}"/>
              </a:ext>
            </a:extLst>
          </p:cNvPr>
          <p:cNvSpPr/>
          <p:nvPr/>
        </p:nvSpPr>
        <p:spPr>
          <a:xfrm flipV="1">
            <a:off x="9111700" y="3320472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2" name="五角形 223">
            <a:extLst>
              <a:ext uri="{FF2B5EF4-FFF2-40B4-BE49-F238E27FC236}">
                <a16:creationId xmlns:a16="http://schemas.microsoft.com/office/drawing/2014/main" id="{27F83C94-695A-503D-9374-BEDAF53C347D}"/>
              </a:ext>
            </a:extLst>
          </p:cNvPr>
          <p:cNvSpPr/>
          <p:nvPr/>
        </p:nvSpPr>
        <p:spPr>
          <a:xfrm flipV="1">
            <a:off x="8055796" y="3438287"/>
            <a:ext cx="963050" cy="469105"/>
          </a:xfrm>
          <a:custGeom>
            <a:avLst/>
            <a:gdLst>
              <a:gd name="csX0" fmla="*/ 1 w 963052"/>
              <a:gd name="csY0" fmla="*/ 166580 h 436114"/>
              <a:gd name="csX1" fmla="*/ 481526 w 963052"/>
              <a:gd name="csY1" fmla="*/ 0 h 436114"/>
              <a:gd name="csX2" fmla="*/ 963051 w 963052"/>
              <a:gd name="csY2" fmla="*/ 166580 h 436114"/>
              <a:gd name="csX3" fmla="*/ 779125 w 963052"/>
              <a:gd name="csY3" fmla="*/ 436113 h 436114"/>
              <a:gd name="csX4" fmla="*/ 183927 w 963052"/>
              <a:gd name="csY4" fmla="*/ 436113 h 436114"/>
              <a:gd name="csX5" fmla="*/ 1 w 963052"/>
              <a:gd name="csY5" fmla="*/ 166580 h 436114"/>
              <a:gd name="csX0" fmla="*/ 0 w 963050"/>
              <a:gd name="csY0" fmla="*/ 166580 h 438494"/>
              <a:gd name="csX1" fmla="*/ 481525 w 963050"/>
              <a:gd name="csY1" fmla="*/ 0 h 438494"/>
              <a:gd name="csX2" fmla="*/ 963050 w 963050"/>
              <a:gd name="csY2" fmla="*/ 166580 h 438494"/>
              <a:gd name="csX3" fmla="*/ 779124 w 963050"/>
              <a:gd name="csY3" fmla="*/ 436113 h 438494"/>
              <a:gd name="csX4" fmla="*/ 283939 w 963050"/>
              <a:gd name="csY4" fmla="*/ 438494 h 438494"/>
              <a:gd name="csX5" fmla="*/ 0 w 963050"/>
              <a:gd name="csY5" fmla="*/ 166580 h 438494"/>
              <a:gd name="csX0" fmla="*/ 0 w 963050"/>
              <a:gd name="csY0" fmla="*/ 166580 h 438494"/>
              <a:gd name="csX1" fmla="*/ 481525 w 963050"/>
              <a:gd name="csY1" fmla="*/ 0 h 438494"/>
              <a:gd name="csX2" fmla="*/ 963050 w 963050"/>
              <a:gd name="csY2" fmla="*/ 166580 h 438494"/>
              <a:gd name="csX3" fmla="*/ 691018 w 963050"/>
              <a:gd name="csY3" fmla="*/ 436113 h 438494"/>
              <a:gd name="csX4" fmla="*/ 283939 w 963050"/>
              <a:gd name="csY4" fmla="*/ 438494 h 438494"/>
              <a:gd name="csX5" fmla="*/ 0 w 963050"/>
              <a:gd name="csY5" fmla="*/ 166580 h 438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63050" h="438494">
                <a:moveTo>
                  <a:pt x="0" y="166580"/>
                </a:moveTo>
                <a:lnTo>
                  <a:pt x="481525" y="0"/>
                </a:lnTo>
                <a:lnTo>
                  <a:pt x="963050" y="166580"/>
                </a:lnTo>
                <a:lnTo>
                  <a:pt x="691018" y="436113"/>
                </a:lnTo>
                <a:lnTo>
                  <a:pt x="283939" y="438494"/>
                </a:lnTo>
                <a:lnTo>
                  <a:pt x="0" y="16658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2" name="五角形 223">
            <a:extLst>
              <a:ext uri="{FF2B5EF4-FFF2-40B4-BE49-F238E27FC236}">
                <a16:creationId xmlns:a16="http://schemas.microsoft.com/office/drawing/2014/main" id="{D933616A-0947-0BA3-B47D-4EB1F59E5A74}"/>
              </a:ext>
            </a:extLst>
          </p:cNvPr>
          <p:cNvSpPr/>
          <p:nvPr/>
        </p:nvSpPr>
        <p:spPr>
          <a:xfrm flipV="1">
            <a:off x="8055796" y="3420129"/>
            <a:ext cx="963050" cy="469105"/>
          </a:xfrm>
          <a:custGeom>
            <a:avLst/>
            <a:gdLst>
              <a:gd name="csX0" fmla="*/ 1 w 963052"/>
              <a:gd name="csY0" fmla="*/ 166580 h 436114"/>
              <a:gd name="csX1" fmla="*/ 481526 w 963052"/>
              <a:gd name="csY1" fmla="*/ 0 h 436114"/>
              <a:gd name="csX2" fmla="*/ 963051 w 963052"/>
              <a:gd name="csY2" fmla="*/ 166580 h 436114"/>
              <a:gd name="csX3" fmla="*/ 779125 w 963052"/>
              <a:gd name="csY3" fmla="*/ 436113 h 436114"/>
              <a:gd name="csX4" fmla="*/ 183927 w 963052"/>
              <a:gd name="csY4" fmla="*/ 436113 h 436114"/>
              <a:gd name="csX5" fmla="*/ 1 w 963052"/>
              <a:gd name="csY5" fmla="*/ 166580 h 436114"/>
              <a:gd name="csX0" fmla="*/ 0 w 963050"/>
              <a:gd name="csY0" fmla="*/ 166580 h 438494"/>
              <a:gd name="csX1" fmla="*/ 481525 w 963050"/>
              <a:gd name="csY1" fmla="*/ 0 h 438494"/>
              <a:gd name="csX2" fmla="*/ 963050 w 963050"/>
              <a:gd name="csY2" fmla="*/ 166580 h 438494"/>
              <a:gd name="csX3" fmla="*/ 779124 w 963050"/>
              <a:gd name="csY3" fmla="*/ 436113 h 438494"/>
              <a:gd name="csX4" fmla="*/ 283939 w 963050"/>
              <a:gd name="csY4" fmla="*/ 438494 h 438494"/>
              <a:gd name="csX5" fmla="*/ 0 w 963050"/>
              <a:gd name="csY5" fmla="*/ 166580 h 438494"/>
              <a:gd name="csX0" fmla="*/ 0 w 963050"/>
              <a:gd name="csY0" fmla="*/ 166580 h 438494"/>
              <a:gd name="csX1" fmla="*/ 481525 w 963050"/>
              <a:gd name="csY1" fmla="*/ 0 h 438494"/>
              <a:gd name="csX2" fmla="*/ 963050 w 963050"/>
              <a:gd name="csY2" fmla="*/ 166580 h 438494"/>
              <a:gd name="csX3" fmla="*/ 691018 w 963050"/>
              <a:gd name="csY3" fmla="*/ 436113 h 438494"/>
              <a:gd name="csX4" fmla="*/ 283939 w 963050"/>
              <a:gd name="csY4" fmla="*/ 438494 h 438494"/>
              <a:gd name="csX5" fmla="*/ 0 w 963050"/>
              <a:gd name="csY5" fmla="*/ 166580 h 438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63050" h="438494">
                <a:moveTo>
                  <a:pt x="0" y="166580"/>
                </a:moveTo>
                <a:lnTo>
                  <a:pt x="481525" y="0"/>
                </a:lnTo>
                <a:lnTo>
                  <a:pt x="963050" y="166580"/>
                </a:lnTo>
                <a:lnTo>
                  <a:pt x="691018" y="436113"/>
                </a:lnTo>
                <a:lnTo>
                  <a:pt x="283939" y="438494"/>
                </a:lnTo>
                <a:lnTo>
                  <a:pt x="0" y="166580"/>
                </a:lnTo>
                <a:close/>
              </a:path>
            </a:pathLst>
          </a:custGeom>
          <a:solidFill>
            <a:srgbClr val="A3A3A3"/>
          </a:solidFill>
          <a:ln>
            <a:solidFill>
              <a:srgbClr val="A3A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7" name="楕円 266">
            <a:extLst>
              <a:ext uri="{FF2B5EF4-FFF2-40B4-BE49-F238E27FC236}">
                <a16:creationId xmlns:a16="http://schemas.microsoft.com/office/drawing/2014/main" id="{012E5B57-36D6-5E4C-0183-7DEF24F83A54}"/>
              </a:ext>
            </a:extLst>
          </p:cNvPr>
          <p:cNvSpPr/>
          <p:nvPr/>
        </p:nvSpPr>
        <p:spPr>
          <a:xfrm flipV="1">
            <a:off x="8459769" y="3816610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3" name="五角形 223">
            <a:extLst>
              <a:ext uri="{FF2B5EF4-FFF2-40B4-BE49-F238E27FC236}">
                <a16:creationId xmlns:a16="http://schemas.microsoft.com/office/drawing/2014/main" id="{0D44289A-47B3-8957-4961-72EEF603F217}"/>
              </a:ext>
            </a:extLst>
          </p:cNvPr>
          <p:cNvSpPr/>
          <p:nvPr/>
        </p:nvSpPr>
        <p:spPr>
          <a:xfrm>
            <a:off x="7999229" y="2873239"/>
            <a:ext cx="1039344" cy="202908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8" name="楕円 267">
            <a:extLst>
              <a:ext uri="{FF2B5EF4-FFF2-40B4-BE49-F238E27FC236}">
                <a16:creationId xmlns:a16="http://schemas.microsoft.com/office/drawing/2014/main" id="{529D332E-428F-9520-2975-C47E903517FB}"/>
              </a:ext>
            </a:extLst>
          </p:cNvPr>
          <p:cNvSpPr/>
          <p:nvPr/>
        </p:nvSpPr>
        <p:spPr>
          <a:xfrm flipV="1">
            <a:off x="8944148" y="3666542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9" name="楕円 268">
            <a:extLst>
              <a:ext uri="{FF2B5EF4-FFF2-40B4-BE49-F238E27FC236}">
                <a16:creationId xmlns:a16="http://schemas.microsoft.com/office/drawing/2014/main" id="{197FA1A2-3D04-5D6F-CC4F-46103DFEF2C4}"/>
              </a:ext>
            </a:extLst>
          </p:cNvPr>
          <p:cNvSpPr/>
          <p:nvPr/>
        </p:nvSpPr>
        <p:spPr>
          <a:xfrm flipV="1">
            <a:off x="7987539" y="3666542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0" name="楕円 269">
            <a:extLst>
              <a:ext uri="{FF2B5EF4-FFF2-40B4-BE49-F238E27FC236}">
                <a16:creationId xmlns:a16="http://schemas.microsoft.com/office/drawing/2014/main" id="{39FD6458-0C81-2E9A-66BC-47C1FA368FEC}"/>
              </a:ext>
            </a:extLst>
          </p:cNvPr>
          <p:cNvSpPr/>
          <p:nvPr/>
        </p:nvSpPr>
        <p:spPr>
          <a:xfrm flipV="1">
            <a:off x="8736268" y="3303127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1" name="楕円 270">
            <a:extLst>
              <a:ext uri="{FF2B5EF4-FFF2-40B4-BE49-F238E27FC236}">
                <a16:creationId xmlns:a16="http://schemas.microsoft.com/office/drawing/2014/main" id="{871E44A3-FAF4-CDF8-70D3-18DDFAD4A768}"/>
              </a:ext>
            </a:extLst>
          </p:cNvPr>
          <p:cNvSpPr/>
          <p:nvPr/>
        </p:nvSpPr>
        <p:spPr>
          <a:xfrm flipV="1">
            <a:off x="8188075" y="3304751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74" name="直線コネクタ 273">
            <a:extLst>
              <a:ext uri="{FF2B5EF4-FFF2-40B4-BE49-F238E27FC236}">
                <a16:creationId xmlns:a16="http://schemas.microsoft.com/office/drawing/2014/main" id="{B88CF401-03BF-0702-4CB0-08EF8EF272AF}"/>
              </a:ext>
            </a:extLst>
          </p:cNvPr>
          <p:cNvCxnSpPr>
            <a:cxnSpLocks/>
            <a:stCxn id="265" idx="6"/>
          </p:cNvCxnSpPr>
          <p:nvPr/>
        </p:nvCxnSpPr>
        <p:spPr>
          <a:xfrm flipV="1">
            <a:off x="7916324" y="3378514"/>
            <a:ext cx="391134" cy="5707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5" name="直線コネクタ 274">
            <a:extLst>
              <a:ext uri="{FF2B5EF4-FFF2-40B4-BE49-F238E27FC236}">
                <a16:creationId xmlns:a16="http://schemas.microsoft.com/office/drawing/2014/main" id="{2C660F94-093E-8362-4D65-67B3E55031B3}"/>
              </a:ext>
            </a:extLst>
          </p:cNvPr>
          <p:cNvCxnSpPr>
            <a:cxnSpLocks/>
            <a:stCxn id="266" idx="6"/>
            <a:endCxn id="270" idx="2"/>
          </p:cNvCxnSpPr>
          <p:nvPr/>
        </p:nvCxnSpPr>
        <p:spPr>
          <a:xfrm flipH="1" flipV="1">
            <a:off x="8736268" y="3373016"/>
            <a:ext cx="515210" cy="17345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直線コネクタ 277">
            <a:extLst>
              <a:ext uri="{FF2B5EF4-FFF2-40B4-BE49-F238E27FC236}">
                <a16:creationId xmlns:a16="http://schemas.microsoft.com/office/drawing/2014/main" id="{5E824CEA-3357-3026-DCE4-2BC436B66188}"/>
              </a:ext>
            </a:extLst>
          </p:cNvPr>
          <p:cNvCxnSpPr>
            <a:cxnSpLocks/>
            <a:stCxn id="271" idx="2"/>
            <a:endCxn id="270" idx="6"/>
          </p:cNvCxnSpPr>
          <p:nvPr/>
        </p:nvCxnSpPr>
        <p:spPr>
          <a:xfrm flipV="1">
            <a:off x="8188075" y="3373016"/>
            <a:ext cx="687971" cy="1624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2" name="五角形 223">
            <a:extLst>
              <a:ext uri="{FF2B5EF4-FFF2-40B4-BE49-F238E27FC236}">
                <a16:creationId xmlns:a16="http://schemas.microsoft.com/office/drawing/2014/main" id="{C74016A3-082A-E02B-E5C6-C0D39DD36F42}"/>
              </a:ext>
            </a:extLst>
          </p:cNvPr>
          <p:cNvSpPr/>
          <p:nvPr/>
        </p:nvSpPr>
        <p:spPr>
          <a:xfrm>
            <a:off x="7999229" y="2890301"/>
            <a:ext cx="1039344" cy="202908"/>
          </a:xfrm>
          <a:prstGeom prst="triangle">
            <a:avLst/>
          </a:prstGeom>
          <a:solidFill>
            <a:srgbClr val="A3A3A3"/>
          </a:solidFill>
          <a:ln>
            <a:solidFill>
              <a:srgbClr val="A3A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63" name="楕円 262">
            <a:extLst>
              <a:ext uri="{FF2B5EF4-FFF2-40B4-BE49-F238E27FC236}">
                <a16:creationId xmlns:a16="http://schemas.microsoft.com/office/drawing/2014/main" id="{F3C7754F-2F32-C793-0B38-10254F37E144}"/>
              </a:ext>
            </a:extLst>
          </p:cNvPr>
          <p:cNvSpPr/>
          <p:nvPr/>
        </p:nvSpPr>
        <p:spPr>
          <a:xfrm flipV="1">
            <a:off x="8971922" y="2999213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4" name="楕円 263">
            <a:extLst>
              <a:ext uri="{FF2B5EF4-FFF2-40B4-BE49-F238E27FC236}">
                <a16:creationId xmlns:a16="http://schemas.microsoft.com/office/drawing/2014/main" id="{3FF2B825-4A6E-5F49-B83D-275B7741DC7C}"/>
              </a:ext>
            </a:extLst>
          </p:cNvPr>
          <p:cNvSpPr/>
          <p:nvPr/>
        </p:nvSpPr>
        <p:spPr>
          <a:xfrm flipV="1">
            <a:off x="7944197" y="3001366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2" name="楕円 261">
            <a:extLst>
              <a:ext uri="{FF2B5EF4-FFF2-40B4-BE49-F238E27FC236}">
                <a16:creationId xmlns:a16="http://schemas.microsoft.com/office/drawing/2014/main" id="{11726790-A141-2BCF-053C-5F76A6C0CBB1}"/>
              </a:ext>
            </a:extLst>
          </p:cNvPr>
          <p:cNvSpPr/>
          <p:nvPr/>
        </p:nvSpPr>
        <p:spPr>
          <a:xfrm flipV="1">
            <a:off x="8444681" y="2803350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1" name="楕円 340">
            <a:extLst>
              <a:ext uri="{FF2B5EF4-FFF2-40B4-BE49-F238E27FC236}">
                <a16:creationId xmlns:a16="http://schemas.microsoft.com/office/drawing/2014/main" id="{7199C3E1-615A-DCB7-7222-5DF3D16170C3}"/>
              </a:ext>
            </a:extLst>
          </p:cNvPr>
          <p:cNvSpPr/>
          <p:nvPr/>
        </p:nvSpPr>
        <p:spPr>
          <a:xfrm flipV="1">
            <a:off x="7776546" y="600461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2" name="楕円 341">
            <a:extLst>
              <a:ext uri="{FF2B5EF4-FFF2-40B4-BE49-F238E27FC236}">
                <a16:creationId xmlns:a16="http://schemas.microsoft.com/office/drawing/2014/main" id="{CD6FBE8E-9E63-C6C7-9C7D-B8B4CC6E9313}"/>
              </a:ext>
            </a:extLst>
          </p:cNvPr>
          <p:cNvSpPr/>
          <p:nvPr/>
        </p:nvSpPr>
        <p:spPr>
          <a:xfrm flipV="1">
            <a:off x="9111700" y="600461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5" name="楕円 344">
            <a:extLst>
              <a:ext uri="{FF2B5EF4-FFF2-40B4-BE49-F238E27FC236}">
                <a16:creationId xmlns:a16="http://schemas.microsoft.com/office/drawing/2014/main" id="{49F20711-8A5C-576E-799B-A0CFBC794908}"/>
              </a:ext>
            </a:extLst>
          </p:cNvPr>
          <p:cNvSpPr/>
          <p:nvPr/>
        </p:nvSpPr>
        <p:spPr>
          <a:xfrm flipV="1">
            <a:off x="8444123" y="600461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7" name="楕円 346">
            <a:extLst>
              <a:ext uri="{FF2B5EF4-FFF2-40B4-BE49-F238E27FC236}">
                <a16:creationId xmlns:a16="http://schemas.microsoft.com/office/drawing/2014/main" id="{D8A367FD-EB21-D4AA-3137-033B4E512D2B}"/>
              </a:ext>
            </a:extLst>
          </p:cNvPr>
          <p:cNvSpPr/>
          <p:nvPr/>
        </p:nvSpPr>
        <p:spPr>
          <a:xfrm flipV="1">
            <a:off x="8777911" y="600461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8" name="楕円 347">
            <a:extLst>
              <a:ext uri="{FF2B5EF4-FFF2-40B4-BE49-F238E27FC236}">
                <a16:creationId xmlns:a16="http://schemas.microsoft.com/office/drawing/2014/main" id="{4D207089-90A9-4893-4D6D-CDC12B9AA4CC}"/>
              </a:ext>
            </a:extLst>
          </p:cNvPr>
          <p:cNvSpPr/>
          <p:nvPr/>
        </p:nvSpPr>
        <p:spPr>
          <a:xfrm flipV="1">
            <a:off x="8110335" y="600461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9" name="楕円 348">
            <a:extLst>
              <a:ext uri="{FF2B5EF4-FFF2-40B4-BE49-F238E27FC236}">
                <a16:creationId xmlns:a16="http://schemas.microsoft.com/office/drawing/2014/main" id="{A69E3132-4249-AF40-C774-0C8525D6D4B2}"/>
              </a:ext>
            </a:extLst>
          </p:cNvPr>
          <p:cNvSpPr/>
          <p:nvPr/>
        </p:nvSpPr>
        <p:spPr>
          <a:xfrm flipV="1">
            <a:off x="8629347" y="564245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0" name="楕円 349">
            <a:extLst>
              <a:ext uri="{FF2B5EF4-FFF2-40B4-BE49-F238E27FC236}">
                <a16:creationId xmlns:a16="http://schemas.microsoft.com/office/drawing/2014/main" id="{8575A20A-6557-0E7B-A7EB-AD4391500BD9}"/>
              </a:ext>
            </a:extLst>
          </p:cNvPr>
          <p:cNvSpPr/>
          <p:nvPr/>
        </p:nvSpPr>
        <p:spPr>
          <a:xfrm flipV="1">
            <a:off x="8286772" y="5644083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353" name="直線コネクタ 352">
            <a:extLst>
              <a:ext uri="{FF2B5EF4-FFF2-40B4-BE49-F238E27FC236}">
                <a16:creationId xmlns:a16="http://schemas.microsoft.com/office/drawing/2014/main" id="{003E8059-5BFD-CAF7-E4D4-9501CD335BC1}"/>
              </a:ext>
            </a:extLst>
          </p:cNvPr>
          <p:cNvCxnSpPr>
            <a:cxnSpLocks/>
            <a:stCxn id="356" idx="2"/>
            <a:endCxn id="355" idx="6"/>
          </p:cNvCxnSpPr>
          <p:nvPr/>
        </p:nvCxnSpPr>
        <p:spPr>
          <a:xfrm flipV="1">
            <a:off x="7944197" y="5708526"/>
            <a:ext cx="1167503" cy="2153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5" name="楕円 354">
            <a:extLst>
              <a:ext uri="{FF2B5EF4-FFF2-40B4-BE49-F238E27FC236}">
                <a16:creationId xmlns:a16="http://schemas.microsoft.com/office/drawing/2014/main" id="{ABD7C1D4-6A45-27EC-B997-A112921FD741}"/>
              </a:ext>
            </a:extLst>
          </p:cNvPr>
          <p:cNvSpPr/>
          <p:nvPr/>
        </p:nvSpPr>
        <p:spPr>
          <a:xfrm flipV="1">
            <a:off x="8971922" y="5638637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6" name="楕円 355">
            <a:extLst>
              <a:ext uri="{FF2B5EF4-FFF2-40B4-BE49-F238E27FC236}">
                <a16:creationId xmlns:a16="http://schemas.microsoft.com/office/drawing/2014/main" id="{A6893B5F-976B-B74E-A00E-6F1C2D5738F7}"/>
              </a:ext>
            </a:extLst>
          </p:cNvPr>
          <p:cNvSpPr/>
          <p:nvPr/>
        </p:nvSpPr>
        <p:spPr>
          <a:xfrm flipV="1">
            <a:off x="7944197" y="5640790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7" name="楕円 356">
            <a:extLst>
              <a:ext uri="{FF2B5EF4-FFF2-40B4-BE49-F238E27FC236}">
                <a16:creationId xmlns:a16="http://schemas.microsoft.com/office/drawing/2014/main" id="{D7548032-00DB-6B3D-2444-7B6AE3215FA5}"/>
              </a:ext>
            </a:extLst>
          </p:cNvPr>
          <p:cNvSpPr/>
          <p:nvPr/>
        </p:nvSpPr>
        <p:spPr>
          <a:xfrm flipV="1">
            <a:off x="8444681" y="5251083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394" name="直線コネクタ 393">
            <a:extLst>
              <a:ext uri="{FF2B5EF4-FFF2-40B4-BE49-F238E27FC236}">
                <a16:creationId xmlns:a16="http://schemas.microsoft.com/office/drawing/2014/main" id="{60051C91-4D57-919E-9B58-9F5C50C634C5}"/>
              </a:ext>
            </a:extLst>
          </p:cNvPr>
          <p:cNvCxnSpPr>
            <a:cxnSpLocks/>
            <a:stCxn id="341" idx="2"/>
            <a:endCxn id="342" idx="6"/>
          </p:cNvCxnSpPr>
          <p:nvPr/>
        </p:nvCxnSpPr>
        <p:spPr>
          <a:xfrm>
            <a:off x="7776546" y="6074508"/>
            <a:ext cx="1474932" cy="0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8BA0F74D-A205-E827-2A21-D5680C13500D}"/>
              </a:ext>
            </a:extLst>
          </p:cNvPr>
          <p:cNvGrpSpPr/>
          <p:nvPr/>
        </p:nvGrpSpPr>
        <p:grpSpPr>
          <a:xfrm>
            <a:off x="745454" y="4912679"/>
            <a:ext cx="1474932" cy="1193787"/>
            <a:chOff x="745454" y="4912679"/>
            <a:chExt cx="1474932" cy="1193787"/>
          </a:xfrm>
        </p:grpSpPr>
        <p:sp>
          <p:nvSpPr>
            <p:cNvPr id="368" name="五角形 223">
              <a:extLst>
                <a:ext uri="{FF2B5EF4-FFF2-40B4-BE49-F238E27FC236}">
                  <a16:creationId xmlns:a16="http://schemas.microsoft.com/office/drawing/2014/main" id="{EE42A426-033F-3F6A-172E-5706F31F46C2}"/>
                </a:ext>
              </a:extLst>
            </p:cNvPr>
            <p:cNvSpPr/>
            <p:nvPr/>
          </p:nvSpPr>
          <p:spPr>
            <a:xfrm flipV="1">
              <a:off x="1024704" y="5588530"/>
              <a:ext cx="963050" cy="476083"/>
            </a:xfrm>
            <a:custGeom>
              <a:avLst/>
              <a:gdLst>
                <a:gd name="csX0" fmla="*/ 1 w 963052"/>
                <a:gd name="csY0" fmla="*/ 166580 h 436114"/>
                <a:gd name="csX1" fmla="*/ 481526 w 963052"/>
                <a:gd name="csY1" fmla="*/ 0 h 436114"/>
                <a:gd name="csX2" fmla="*/ 963051 w 963052"/>
                <a:gd name="csY2" fmla="*/ 166580 h 436114"/>
                <a:gd name="csX3" fmla="*/ 779125 w 963052"/>
                <a:gd name="csY3" fmla="*/ 436113 h 436114"/>
                <a:gd name="csX4" fmla="*/ 183927 w 963052"/>
                <a:gd name="csY4" fmla="*/ 436113 h 436114"/>
                <a:gd name="csX5" fmla="*/ 1 w 963052"/>
                <a:gd name="csY5" fmla="*/ 166580 h 436114"/>
                <a:gd name="csX0" fmla="*/ 0 w 963050"/>
                <a:gd name="csY0" fmla="*/ 166580 h 438494"/>
                <a:gd name="csX1" fmla="*/ 481525 w 963050"/>
                <a:gd name="csY1" fmla="*/ 0 h 438494"/>
                <a:gd name="csX2" fmla="*/ 963050 w 963050"/>
                <a:gd name="csY2" fmla="*/ 166580 h 438494"/>
                <a:gd name="csX3" fmla="*/ 779124 w 963050"/>
                <a:gd name="csY3" fmla="*/ 436113 h 438494"/>
                <a:gd name="csX4" fmla="*/ 283939 w 963050"/>
                <a:gd name="csY4" fmla="*/ 438494 h 438494"/>
                <a:gd name="csX5" fmla="*/ 0 w 963050"/>
                <a:gd name="csY5" fmla="*/ 166580 h 438494"/>
                <a:gd name="csX0" fmla="*/ 0 w 963050"/>
                <a:gd name="csY0" fmla="*/ 166580 h 438494"/>
                <a:gd name="csX1" fmla="*/ 481525 w 963050"/>
                <a:gd name="csY1" fmla="*/ 0 h 438494"/>
                <a:gd name="csX2" fmla="*/ 963050 w 963050"/>
                <a:gd name="csY2" fmla="*/ 166580 h 438494"/>
                <a:gd name="csX3" fmla="*/ 691018 w 963050"/>
                <a:gd name="csY3" fmla="*/ 436113 h 438494"/>
                <a:gd name="csX4" fmla="*/ 283939 w 963050"/>
                <a:gd name="csY4" fmla="*/ 438494 h 438494"/>
                <a:gd name="csX5" fmla="*/ 0 w 963050"/>
                <a:gd name="csY5" fmla="*/ 166580 h 438494"/>
                <a:gd name="csX0" fmla="*/ 0 w 963050"/>
                <a:gd name="csY0" fmla="*/ 166580 h 436113"/>
                <a:gd name="csX1" fmla="*/ 481525 w 963050"/>
                <a:gd name="csY1" fmla="*/ 0 h 436113"/>
                <a:gd name="csX2" fmla="*/ 963050 w 963050"/>
                <a:gd name="csY2" fmla="*/ 166580 h 436113"/>
                <a:gd name="csX3" fmla="*/ 691018 w 963050"/>
                <a:gd name="csY3" fmla="*/ 436113 h 436113"/>
                <a:gd name="csX4" fmla="*/ 198214 w 963050"/>
                <a:gd name="csY4" fmla="*/ 434042 h 436113"/>
                <a:gd name="csX5" fmla="*/ 0 w 963050"/>
                <a:gd name="csY5" fmla="*/ 166580 h 436113"/>
                <a:gd name="csX0" fmla="*/ 0 w 963050"/>
                <a:gd name="csY0" fmla="*/ 166580 h 445016"/>
                <a:gd name="csX1" fmla="*/ 481525 w 963050"/>
                <a:gd name="csY1" fmla="*/ 0 h 445016"/>
                <a:gd name="csX2" fmla="*/ 963050 w 963050"/>
                <a:gd name="csY2" fmla="*/ 166580 h 445016"/>
                <a:gd name="csX3" fmla="*/ 736261 w 963050"/>
                <a:gd name="csY3" fmla="*/ 445016 h 445016"/>
                <a:gd name="csX4" fmla="*/ 198214 w 963050"/>
                <a:gd name="csY4" fmla="*/ 434042 h 445016"/>
                <a:gd name="csX5" fmla="*/ 0 w 963050"/>
                <a:gd name="csY5" fmla="*/ 166580 h 445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63050" h="445016">
                  <a:moveTo>
                    <a:pt x="0" y="166580"/>
                  </a:moveTo>
                  <a:lnTo>
                    <a:pt x="481525" y="0"/>
                  </a:lnTo>
                  <a:lnTo>
                    <a:pt x="963050" y="166580"/>
                  </a:lnTo>
                  <a:lnTo>
                    <a:pt x="736261" y="445016"/>
                  </a:lnTo>
                  <a:lnTo>
                    <a:pt x="198214" y="434042"/>
                  </a:lnTo>
                  <a:lnTo>
                    <a:pt x="0" y="16658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五角形 223">
              <a:extLst>
                <a:ext uri="{FF2B5EF4-FFF2-40B4-BE49-F238E27FC236}">
                  <a16:creationId xmlns:a16="http://schemas.microsoft.com/office/drawing/2014/main" id="{12E50894-E211-AFED-4AB0-42471ACEE80A}"/>
                </a:ext>
              </a:extLst>
            </p:cNvPr>
            <p:cNvSpPr/>
            <p:nvPr/>
          </p:nvSpPr>
          <p:spPr>
            <a:xfrm flipV="1">
              <a:off x="1024704" y="5566550"/>
              <a:ext cx="963050" cy="476083"/>
            </a:xfrm>
            <a:custGeom>
              <a:avLst/>
              <a:gdLst>
                <a:gd name="csX0" fmla="*/ 1 w 963052"/>
                <a:gd name="csY0" fmla="*/ 166580 h 436114"/>
                <a:gd name="csX1" fmla="*/ 481526 w 963052"/>
                <a:gd name="csY1" fmla="*/ 0 h 436114"/>
                <a:gd name="csX2" fmla="*/ 963051 w 963052"/>
                <a:gd name="csY2" fmla="*/ 166580 h 436114"/>
                <a:gd name="csX3" fmla="*/ 779125 w 963052"/>
                <a:gd name="csY3" fmla="*/ 436113 h 436114"/>
                <a:gd name="csX4" fmla="*/ 183927 w 963052"/>
                <a:gd name="csY4" fmla="*/ 436113 h 436114"/>
                <a:gd name="csX5" fmla="*/ 1 w 963052"/>
                <a:gd name="csY5" fmla="*/ 166580 h 436114"/>
                <a:gd name="csX0" fmla="*/ 0 w 963050"/>
                <a:gd name="csY0" fmla="*/ 166580 h 438494"/>
                <a:gd name="csX1" fmla="*/ 481525 w 963050"/>
                <a:gd name="csY1" fmla="*/ 0 h 438494"/>
                <a:gd name="csX2" fmla="*/ 963050 w 963050"/>
                <a:gd name="csY2" fmla="*/ 166580 h 438494"/>
                <a:gd name="csX3" fmla="*/ 779124 w 963050"/>
                <a:gd name="csY3" fmla="*/ 436113 h 438494"/>
                <a:gd name="csX4" fmla="*/ 283939 w 963050"/>
                <a:gd name="csY4" fmla="*/ 438494 h 438494"/>
                <a:gd name="csX5" fmla="*/ 0 w 963050"/>
                <a:gd name="csY5" fmla="*/ 166580 h 438494"/>
                <a:gd name="csX0" fmla="*/ 0 w 963050"/>
                <a:gd name="csY0" fmla="*/ 166580 h 438494"/>
                <a:gd name="csX1" fmla="*/ 481525 w 963050"/>
                <a:gd name="csY1" fmla="*/ 0 h 438494"/>
                <a:gd name="csX2" fmla="*/ 963050 w 963050"/>
                <a:gd name="csY2" fmla="*/ 166580 h 438494"/>
                <a:gd name="csX3" fmla="*/ 691018 w 963050"/>
                <a:gd name="csY3" fmla="*/ 436113 h 438494"/>
                <a:gd name="csX4" fmla="*/ 283939 w 963050"/>
                <a:gd name="csY4" fmla="*/ 438494 h 438494"/>
                <a:gd name="csX5" fmla="*/ 0 w 963050"/>
                <a:gd name="csY5" fmla="*/ 166580 h 438494"/>
                <a:gd name="csX0" fmla="*/ 0 w 963050"/>
                <a:gd name="csY0" fmla="*/ 166580 h 436113"/>
                <a:gd name="csX1" fmla="*/ 481525 w 963050"/>
                <a:gd name="csY1" fmla="*/ 0 h 436113"/>
                <a:gd name="csX2" fmla="*/ 963050 w 963050"/>
                <a:gd name="csY2" fmla="*/ 166580 h 436113"/>
                <a:gd name="csX3" fmla="*/ 691018 w 963050"/>
                <a:gd name="csY3" fmla="*/ 436113 h 436113"/>
                <a:gd name="csX4" fmla="*/ 198214 w 963050"/>
                <a:gd name="csY4" fmla="*/ 434042 h 436113"/>
                <a:gd name="csX5" fmla="*/ 0 w 963050"/>
                <a:gd name="csY5" fmla="*/ 166580 h 436113"/>
                <a:gd name="csX0" fmla="*/ 0 w 963050"/>
                <a:gd name="csY0" fmla="*/ 166580 h 445016"/>
                <a:gd name="csX1" fmla="*/ 481525 w 963050"/>
                <a:gd name="csY1" fmla="*/ 0 h 445016"/>
                <a:gd name="csX2" fmla="*/ 963050 w 963050"/>
                <a:gd name="csY2" fmla="*/ 166580 h 445016"/>
                <a:gd name="csX3" fmla="*/ 736261 w 963050"/>
                <a:gd name="csY3" fmla="*/ 445016 h 445016"/>
                <a:gd name="csX4" fmla="*/ 198214 w 963050"/>
                <a:gd name="csY4" fmla="*/ 434042 h 445016"/>
                <a:gd name="csX5" fmla="*/ 0 w 963050"/>
                <a:gd name="csY5" fmla="*/ 166580 h 445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63050" h="445016">
                  <a:moveTo>
                    <a:pt x="0" y="166580"/>
                  </a:moveTo>
                  <a:lnTo>
                    <a:pt x="481525" y="0"/>
                  </a:lnTo>
                  <a:lnTo>
                    <a:pt x="963050" y="166580"/>
                  </a:lnTo>
                  <a:lnTo>
                    <a:pt x="736261" y="445016"/>
                  </a:lnTo>
                  <a:lnTo>
                    <a:pt x="198214" y="434042"/>
                  </a:lnTo>
                  <a:lnTo>
                    <a:pt x="0" y="166580"/>
                  </a:lnTo>
                  <a:close/>
                </a:path>
              </a:pathLst>
            </a:custGeom>
            <a:solidFill>
              <a:srgbClr val="A3A3A3"/>
            </a:solidFill>
            <a:ln>
              <a:solidFill>
                <a:srgbClr val="A3A3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1" name="楕円 360">
              <a:extLst>
                <a:ext uri="{FF2B5EF4-FFF2-40B4-BE49-F238E27FC236}">
                  <a16:creationId xmlns:a16="http://schemas.microsoft.com/office/drawing/2014/main" id="{EC7E76DB-2F3E-8271-07C7-8D9DFDF22DCA}"/>
                </a:ext>
              </a:extLst>
            </p:cNvPr>
            <p:cNvSpPr/>
            <p:nvPr/>
          </p:nvSpPr>
          <p:spPr>
            <a:xfrm flipV="1">
              <a:off x="745454" y="5334339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62" name="楕円 361">
              <a:extLst>
                <a:ext uri="{FF2B5EF4-FFF2-40B4-BE49-F238E27FC236}">
                  <a16:creationId xmlns:a16="http://schemas.microsoft.com/office/drawing/2014/main" id="{6E9A10E9-4999-075E-1F2F-1281C84BF35B}"/>
                </a:ext>
              </a:extLst>
            </p:cNvPr>
            <p:cNvSpPr/>
            <p:nvPr/>
          </p:nvSpPr>
          <p:spPr>
            <a:xfrm flipV="1">
              <a:off x="2080608" y="5340479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63" name="楕円 362">
              <a:extLst>
                <a:ext uri="{FF2B5EF4-FFF2-40B4-BE49-F238E27FC236}">
                  <a16:creationId xmlns:a16="http://schemas.microsoft.com/office/drawing/2014/main" id="{86369E63-36E8-4016-043D-8DF82A51BDF7}"/>
                </a:ext>
              </a:extLst>
            </p:cNvPr>
            <p:cNvSpPr/>
            <p:nvPr/>
          </p:nvSpPr>
          <p:spPr>
            <a:xfrm flipV="1">
              <a:off x="1422060" y="5966688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64" name="楕円 363">
              <a:extLst>
                <a:ext uri="{FF2B5EF4-FFF2-40B4-BE49-F238E27FC236}">
                  <a16:creationId xmlns:a16="http://schemas.microsoft.com/office/drawing/2014/main" id="{6FA50884-68ED-F5EB-D16A-56E681E8F198}"/>
                </a:ext>
              </a:extLst>
            </p:cNvPr>
            <p:cNvSpPr/>
            <p:nvPr/>
          </p:nvSpPr>
          <p:spPr>
            <a:xfrm flipV="1">
              <a:off x="1913056" y="5823763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65" name="楕円 364">
              <a:extLst>
                <a:ext uri="{FF2B5EF4-FFF2-40B4-BE49-F238E27FC236}">
                  <a16:creationId xmlns:a16="http://schemas.microsoft.com/office/drawing/2014/main" id="{CEA60348-4095-714A-A15B-5FF4E7C6C419}"/>
                </a:ext>
              </a:extLst>
            </p:cNvPr>
            <p:cNvSpPr/>
            <p:nvPr/>
          </p:nvSpPr>
          <p:spPr>
            <a:xfrm flipV="1">
              <a:off x="956447" y="5823763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AB43F19F-69FD-0874-5B96-12A585E2EB00}"/>
                </a:ext>
              </a:extLst>
            </p:cNvPr>
            <p:cNvGrpSpPr/>
            <p:nvPr/>
          </p:nvGrpSpPr>
          <p:grpSpPr>
            <a:xfrm>
              <a:off x="1157683" y="5519553"/>
              <a:ext cx="668532" cy="147010"/>
              <a:chOff x="1158383" y="5419540"/>
              <a:chExt cx="668532" cy="147010"/>
            </a:xfrm>
          </p:grpSpPr>
          <p:sp>
            <p:nvSpPr>
              <p:cNvPr id="366" name="楕円 365">
                <a:extLst>
                  <a:ext uri="{FF2B5EF4-FFF2-40B4-BE49-F238E27FC236}">
                    <a16:creationId xmlns:a16="http://schemas.microsoft.com/office/drawing/2014/main" id="{99423248-F38C-DEAD-3BF5-C2215922E34A}"/>
                  </a:ext>
                </a:extLst>
              </p:cNvPr>
              <p:cNvSpPr/>
              <p:nvPr/>
            </p:nvSpPr>
            <p:spPr>
              <a:xfrm flipV="1">
                <a:off x="1687137" y="5419540"/>
                <a:ext cx="139778" cy="13977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367" name="楕円 366">
                <a:extLst>
                  <a:ext uri="{FF2B5EF4-FFF2-40B4-BE49-F238E27FC236}">
                    <a16:creationId xmlns:a16="http://schemas.microsoft.com/office/drawing/2014/main" id="{8BCEEBE7-6C4A-9253-621D-1F140C4A2E3B}"/>
                  </a:ext>
                </a:extLst>
              </p:cNvPr>
              <p:cNvSpPr/>
              <p:nvPr/>
            </p:nvSpPr>
            <p:spPr>
              <a:xfrm flipV="1">
                <a:off x="1158383" y="5426772"/>
                <a:ext cx="139778" cy="13977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369" name="五角形 223">
              <a:extLst>
                <a:ext uri="{FF2B5EF4-FFF2-40B4-BE49-F238E27FC236}">
                  <a16:creationId xmlns:a16="http://schemas.microsoft.com/office/drawing/2014/main" id="{CE07DBCE-B749-9E60-89A4-F984EED50CB3}"/>
                </a:ext>
              </a:extLst>
            </p:cNvPr>
            <p:cNvSpPr/>
            <p:nvPr/>
          </p:nvSpPr>
          <p:spPr>
            <a:xfrm flipV="1">
              <a:off x="1247177" y="4977403"/>
              <a:ext cx="499828" cy="277962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70" name="直線コネクタ 369">
              <a:extLst>
                <a:ext uri="{FF2B5EF4-FFF2-40B4-BE49-F238E27FC236}">
                  <a16:creationId xmlns:a16="http://schemas.microsoft.com/office/drawing/2014/main" id="{C056A3E0-746A-76C9-00CD-961B9A0035BA}"/>
                </a:ext>
              </a:extLst>
            </p:cNvPr>
            <p:cNvCxnSpPr>
              <a:cxnSpLocks/>
              <a:stCxn id="361" idx="2"/>
              <a:endCxn id="368" idx="4"/>
            </p:cNvCxnSpPr>
            <p:nvPr/>
          </p:nvCxnSpPr>
          <p:spPr>
            <a:xfrm>
              <a:off x="745454" y="5404228"/>
              <a:ext cx="477464" cy="196042"/>
            </a:xfrm>
            <a:prstGeom prst="lin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1" name="直線コネクタ 370">
              <a:extLst>
                <a:ext uri="{FF2B5EF4-FFF2-40B4-BE49-F238E27FC236}">
                  <a16:creationId xmlns:a16="http://schemas.microsoft.com/office/drawing/2014/main" id="{B53DCFC7-D9C5-71CE-56AA-38CB974CBA58}"/>
                </a:ext>
              </a:extLst>
            </p:cNvPr>
            <p:cNvCxnSpPr>
              <a:cxnSpLocks/>
              <a:stCxn id="362" idx="6"/>
              <a:endCxn id="368" idx="3"/>
            </p:cNvCxnSpPr>
            <p:nvPr/>
          </p:nvCxnSpPr>
          <p:spPr>
            <a:xfrm flipH="1">
              <a:off x="1760965" y="5410368"/>
              <a:ext cx="459421" cy="178162"/>
            </a:xfrm>
            <a:prstGeom prst="lin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4" name="直線コネクタ 373">
              <a:extLst>
                <a:ext uri="{FF2B5EF4-FFF2-40B4-BE49-F238E27FC236}">
                  <a16:creationId xmlns:a16="http://schemas.microsoft.com/office/drawing/2014/main" id="{37B0F674-D3B7-04F1-2007-C9DCFAE96309}"/>
                </a:ext>
              </a:extLst>
            </p:cNvPr>
            <p:cNvCxnSpPr>
              <a:cxnSpLocks/>
              <a:stCxn id="368" idx="4"/>
              <a:endCxn id="369" idx="0"/>
            </p:cNvCxnSpPr>
            <p:nvPr/>
          </p:nvCxnSpPr>
          <p:spPr>
            <a:xfrm flipV="1">
              <a:off x="1222918" y="5255365"/>
              <a:ext cx="274173" cy="344905"/>
            </a:xfrm>
            <a:prstGeom prst="lin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5" name="直線コネクタ 374">
              <a:extLst>
                <a:ext uri="{FF2B5EF4-FFF2-40B4-BE49-F238E27FC236}">
                  <a16:creationId xmlns:a16="http://schemas.microsoft.com/office/drawing/2014/main" id="{08C0B3F3-EC04-8E0A-125C-83F22B605132}"/>
                </a:ext>
              </a:extLst>
            </p:cNvPr>
            <p:cNvCxnSpPr>
              <a:cxnSpLocks/>
              <a:stCxn id="368" idx="3"/>
              <a:endCxn id="369" idx="0"/>
            </p:cNvCxnSpPr>
            <p:nvPr/>
          </p:nvCxnSpPr>
          <p:spPr>
            <a:xfrm flipH="1" flipV="1">
              <a:off x="1497091" y="5255365"/>
              <a:ext cx="263874" cy="333165"/>
            </a:xfrm>
            <a:prstGeom prst="lin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0" name="五角形 223">
              <a:extLst>
                <a:ext uri="{FF2B5EF4-FFF2-40B4-BE49-F238E27FC236}">
                  <a16:creationId xmlns:a16="http://schemas.microsoft.com/office/drawing/2014/main" id="{9E8739C8-3D46-F440-A3B7-E39FB55E6894}"/>
                </a:ext>
              </a:extLst>
            </p:cNvPr>
            <p:cNvSpPr/>
            <p:nvPr/>
          </p:nvSpPr>
          <p:spPr>
            <a:xfrm flipV="1">
              <a:off x="1247177" y="4998012"/>
              <a:ext cx="499828" cy="277962"/>
            </a:xfrm>
            <a:prstGeom prst="triangle">
              <a:avLst/>
            </a:prstGeom>
            <a:solidFill>
              <a:srgbClr val="A3A3A3"/>
            </a:solidFill>
            <a:ln>
              <a:solidFill>
                <a:srgbClr val="A3A3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8" name="楕円 357">
              <a:extLst>
                <a:ext uri="{FF2B5EF4-FFF2-40B4-BE49-F238E27FC236}">
                  <a16:creationId xmlns:a16="http://schemas.microsoft.com/office/drawing/2014/main" id="{121000BA-4B30-445C-D9BA-C4A5D302DC7F}"/>
                </a:ext>
              </a:extLst>
            </p:cNvPr>
            <p:cNvSpPr/>
            <p:nvPr/>
          </p:nvSpPr>
          <p:spPr>
            <a:xfrm>
              <a:off x="1422871" y="5185476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59" name="楕円 358">
              <a:extLst>
                <a:ext uri="{FF2B5EF4-FFF2-40B4-BE49-F238E27FC236}">
                  <a16:creationId xmlns:a16="http://schemas.microsoft.com/office/drawing/2014/main" id="{3152A4E5-93E6-CE71-A17B-CD23AE3A9714}"/>
                </a:ext>
              </a:extLst>
            </p:cNvPr>
            <p:cNvSpPr/>
            <p:nvPr/>
          </p:nvSpPr>
          <p:spPr>
            <a:xfrm>
              <a:off x="1677856" y="4912679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60" name="楕円 359">
              <a:extLst>
                <a:ext uri="{FF2B5EF4-FFF2-40B4-BE49-F238E27FC236}">
                  <a16:creationId xmlns:a16="http://schemas.microsoft.com/office/drawing/2014/main" id="{98BD9C06-00E3-1131-8981-996535B56272}"/>
                </a:ext>
              </a:extLst>
            </p:cNvPr>
            <p:cNvSpPr/>
            <p:nvPr/>
          </p:nvSpPr>
          <p:spPr>
            <a:xfrm>
              <a:off x="1166265" y="4912679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95" name="五角形 223">
            <a:extLst>
              <a:ext uri="{FF2B5EF4-FFF2-40B4-BE49-F238E27FC236}">
                <a16:creationId xmlns:a16="http://schemas.microsoft.com/office/drawing/2014/main" id="{4EEBAB52-C207-5341-F702-DFA8101ECF4F}"/>
              </a:ext>
            </a:extLst>
          </p:cNvPr>
          <p:cNvSpPr/>
          <p:nvPr/>
        </p:nvSpPr>
        <p:spPr>
          <a:xfrm flipV="1">
            <a:off x="3354452" y="5588530"/>
            <a:ext cx="963050" cy="476083"/>
          </a:xfrm>
          <a:custGeom>
            <a:avLst/>
            <a:gdLst>
              <a:gd name="csX0" fmla="*/ 1 w 963052"/>
              <a:gd name="csY0" fmla="*/ 166580 h 436114"/>
              <a:gd name="csX1" fmla="*/ 481526 w 963052"/>
              <a:gd name="csY1" fmla="*/ 0 h 436114"/>
              <a:gd name="csX2" fmla="*/ 963051 w 963052"/>
              <a:gd name="csY2" fmla="*/ 166580 h 436114"/>
              <a:gd name="csX3" fmla="*/ 779125 w 963052"/>
              <a:gd name="csY3" fmla="*/ 436113 h 436114"/>
              <a:gd name="csX4" fmla="*/ 183927 w 963052"/>
              <a:gd name="csY4" fmla="*/ 436113 h 436114"/>
              <a:gd name="csX5" fmla="*/ 1 w 963052"/>
              <a:gd name="csY5" fmla="*/ 166580 h 436114"/>
              <a:gd name="csX0" fmla="*/ 0 w 963050"/>
              <a:gd name="csY0" fmla="*/ 166580 h 438494"/>
              <a:gd name="csX1" fmla="*/ 481525 w 963050"/>
              <a:gd name="csY1" fmla="*/ 0 h 438494"/>
              <a:gd name="csX2" fmla="*/ 963050 w 963050"/>
              <a:gd name="csY2" fmla="*/ 166580 h 438494"/>
              <a:gd name="csX3" fmla="*/ 779124 w 963050"/>
              <a:gd name="csY3" fmla="*/ 436113 h 438494"/>
              <a:gd name="csX4" fmla="*/ 283939 w 963050"/>
              <a:gd name="csY4" fmla="*/ 438494 h 438494"/>
              <a:gd name="csX5" fmla="*/ 0 w 963050"/>
              <a:gd name="csY5" fmla="*/ 166580 h 438494"/>
              <a:gd name="csX0" fmla="*/ 0 w 963050"/>
              <a:gd name="csY0" fmla="*/ 166580 h 438494"/>
              <a:gd name="csX1" fmla="*/ 481525 w 963050"/>
              <a:gd name="csY1" fmla="*/ 0 h 438494"/>
              <a:gd name="csX2" fmla="*/ 963050 w 963050"/>
              <a:gd name="csY2" fmla="*/ 166580 h 438494"/>
              <a:gd name="csX3" fmla="*/ 691018 w 963050"/>
              <a:gd name="csY3" fmla="*/ 436113 h 438494"/>
              <a:gd name="csX4" fmla="*/ 283939 w 963050"/>
              <a:gd name="csY4" fmla="*/ 438494 h 438494"/>
              <a:gd name="csX5" fmla="*/ 0 w 963050"/>
              <a:gd name="csY5" fmla="*/ 166580 h 438494"/>
              <a:gd name="csX0" fmla="*/ 0 w 963050"/>
              <a:gd name="csY0" fmla="*/ 166580 h 436113"/>
              <a:gd name="csX1" fmla="*/ 481525 w 963050"/>
              <a:gd name="csY1" fmla="*/ 0 h 436113"/>
              <a:gd name="csX2" fmla="*/ 963050 w 963050"/>
              <a:gd name="csY2" fmla="*/ 166580 h 436113"/>
              <a:gd name="csX3" fmla="*/ 691018 w 963050"/>
              <a:gd name="csY3" fmla="*/ 436113 h 436113"/>
              <a:gd name="csX4" fmla="*/ 198214 w 963050"/>
              <a:gd name="csY4" fmla="*/ 434042 h 436113"/>
              <a:gd name="csX5" fmla="*/ 0 w 963050"/>
              <a:gd name="csY5" fmla="*/ 166580 h 436113"/>
              <a:gd name="csX0" fmla="*/ 0 w 963050"/>
              <a:gd name="csY0" fmla="*/ 166580 h 445016"/>
              <a:gd name="csX1" fmla="*/ 481525 w 963050"/>
              <a:gd name="csY1" fmla="*/ 0 h 445016"/>
              <a:gd name="csX2" fmla="*/ 963050 w 963050"/>
              <a:gd name="csY2" fmla="*/ 166580 h 445016"/>
              <a:gd name="csX3" fmla="*/ 736261 w 963050"/>
              <a:gd name="csY3" fmla="*/ 445016 h 445016"/>
              <a:gd name="csX4" fmla="*/ 198214 w 963050"/>
              <a:gd name="csY4" fmla="*/ 434042 h 445016"/>
              <a:gd name="csX5" fmla="*/ 0 w 963050"/>
              <a:gd name="csY5" fmla="*/ 166580 h 445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63050" h="445016">
                <a:moveTo>
                  <a:pt x="0" y="166580"/>
                </a:moveTo>
                <a:lnTo>
                  <a:pt x="481525" y="0"/>
                </a:lnTo>
                <a:lnTo>
                  <a:pt x="963050" y="166580"/>
                </a:lnTo>
                <a:lnTo>
                  <a:pt x="736261" y="445016"/>
                </a:lnTo>
                <a:lnTo>
                  <a:pt x="198214" y="434042"/>
                </a:lnTo>
                <a:lnTo>
                  <a:pt x="0" y="16658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五角形 223">
            <a:extLst>
              <a:ext uri="{FF2B5EF4-FFF2-40B4-BE49-F238E27FC236}">
                <a16:creationId xmlns:a16="http://schemas.microsoft.com/office/drawing/2014/main" id="{BD5A7196-EC40-D9E2-DF38-958EAFDF5B32}"/>
              </a:ext>
            </a:extLst>
          </p:cNvPr>
          <p:cNvSpPr/>
          <p:nvPr/>
        </p:nvSpPr>
        <p:spPr>
          <a:xfrm flipV="1">
            <a:off x="3354452" y="5566550"/>
            <a:ext cx="963050" cy="476083"/>
          </a:xfrm>
          <a:custGeom>
            <a:avLst/>
            <a:gdLst>
              <a:gd name="csX0" fmla="*/ 1 w 963052"/>
              <a:gd name="csY0" fmla="*/ 166580 h 436114"/>
              <a:gd name="csX1" fmla="*/ 481526 w 963052"/>
              <a:gd name="csY1" fmla="*/ 0 h 436114"/>
              <a:gd name="csX2" fmla="*/ 963051 w 963052"/>
              <a:gd name="csY2" fmla="*/ 166580 h 436114"/>
              <a:gd name="csX3" fmla="*/ 779125 w 963052"/>
              <a:gd name="csY3" fmla="*/ 436113 h 436114"/>
              <a:gd name="csX4" fmla="*/ 183927 w 963052"/>
              <a:gd name="csY4" fmla="*/ 436113 h 436114"/>
              <a:gd name="csX5" fmla="*/ 1 w 963052"/>
              <a:gd name="csY5" fmla="*/ 166580 h 436114"/>
              <a:gd name="csX0" fmla="*/ 0 w 963050"/>
              <a:gd name="csY0" fmla="*/ 166580 h 438494"/>
              <a:gd name="csX1" fmla="*/ 481525 w 963050"/>
              <a:gd name="csY1" fmla="*/ 0 h 438494"/>
              <a:gd name="csX2" fmla="*/ 963050 w 963050"/>
              <a:gd name="csY2" fmla="*/ 166580 h 438494"/>
              <a:gd name="csX3" fmla="*/ 779124 w 963050"/>
              <a:gd name="csY3" fmla="*/ 436113 h 438494"/>
              <a:gd name="csX4" fmla="*/ 283939 w 963050"/>
              <a:gd name="csY4" fmla="*/ 438494 h 438494"/>
              <a:gd name="csX5" fmla="*/ 0 w 963050"/>
              <a:gd name="csY5" fmla="*/ 166580 h 438494"/>
              <a:gd name="csX0" fmla="*/ 0 w 963050"/>
              <a:gd name="csY0" fmla="*/ 166580 h 438494"/>
              <a:gd name="csX1" fmla="*/ 481525 w 963050"/>
              <a:gd name="csY1" fmla="*/ 0 h 438494"/>
              <a:gd name="csX2" fmla="*/ 963050 w 963050"/>
              <a:gd name="csY2" fmla="*/ 166580 h 438494"/>
              <a:gd name="csX3" fmla="*/ 691018 w 963050"/>
              <a:gd name="csY3" fmla="*/ 436113 h 438494"/>
              <a:gd name="csX4" fmla="*/ 283939 w 963050"/>
              <a:gd name="csY4" fmla="*/ 438494 h 438494"/>
              <a:gd name="csX5" fmla="*/ 0 w 963050"/>
              <a:gd name="csY5" fmla="*/ 166580 h 438494"/>
              <a:gd name="csX0" fmla="*/ 0 w 963050"/>
              <a:gd name="csY0" fmla="*/ 166580 h 436113"/>
              <a:gd name="csX1" fmla="*/ 481525 w 963050"/>
              <a:gd name="csY1" fmla="*/ 0 h 436113"/>
              <a:gd name="csX2" fmla="*/ 963050 w 963050"/>
              <a:gd name="csY2" fmla="*/ 166580 h 436113"/>
              <a:gd name="csX3" fmla="*/ 691018 w 963050"/>
              <a:gd name="csY3" fmla="*/ 436113 h 436113"/>
              <a:gd name="csX4" fmla="*/ 198214 w 963050"/>
              <a:gd name="csY4" fmla="*/ 434042 h 436113"/>
              <a:gd name="csX5" fmla="*/ 0 w 963050"/>
              <a:gd name="csY5" fmla="*/ 166580 h 436113"/>
              <a:gd name="csX0" fmla="*/ 0 w 963050"/>
              <a:gd name="csY0" fmla="*/ 166580 h 445016"/>
              <a:gd name="csX1" fmla="*/ 481525 w 963050"/>
              <a:gd name="csY1" fmla="*/ 0 h 445016"/>
              <a:gd name="csX2" fmla="*/ 963050 w 963050"/>
              <a:gd name="csY2" fmla="*/ 166580 h 445016"/>
              <a:gd name="csX3" fmla="*/ 736261 w 963050"/>
              <a:gd name="csY3" fmla="*/ 445016 h 445016"/>
              <a:gd name="csX4" fmla="*/ 198214 w 963050"/>
              <a:gd name="csY4" fmla="*/ 434042 h 445016"/>
              <a:gd name="csX5" fmla="*/ 0 w 963050"/>
              <a:gd name="csY5" fmla="*/ 166580 h 445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63050" h="445016">
                <a:moveTo>
                  <a:pt x="0" y="166580"/>
                </a:moveTo>
                <a:lnTo>
                  <a:pt x="481525" y="0"/>
                </a:lnTo>
                <a:lnTo>
                  <a:pt x="963050" y="166580"/>
                </a:lnTo>
                <a:lnTo>
                  <a:pt x="736261" y="445016"/>
                </a:lnTo>
                <a:lnTo>
                  <a:pt x="198214" y="434042"/>
                </a:lnTo>
                <a:lnTo>
                  <a:pt x="0" y="166580"/>
                </a:lnTo>
                <a:close/>
              </a:path>
            </a:pathLst>
          </a:custGeom>
          <a:solidFill>
            <a:srgbClr val="A3A3A3"/>
          </a:solidFill>
          <a:ln>
            <a:solidFill>
              <a:srgbClr val="A3A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楕円 99">
            <a:extLst>
              <a:ext uri="{FF2B5EF4-FFF2-40B4-BE49-F238E27FC236}">
                <a16:creationId xmlns:a16="http://schemas.microsoft.com/office/drawing/2014/main" id="{2BF91FBF-90CC-20A5-293E-43416D1111DC}"/>
              </a:ext>
            </a:extLst>
          </p:cNvPr>
          <p:cNvSpPr/>
          <p:nvPr/>
        </p:nvSpPr>
        <p:spPr>
          <a:xfrm flipV="1">
            <a:off x="3751808" y="5966688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1" name="楕円 100">
            <a:extLst>
              <a:ext uri="{FF2B5EF4-FFF2-40B4-BE49-F238E27FC236}">
                <a16:creationId xmlns:a16="http://schemas.microsoft.com/office/drawing/2014/main" id="{ABB53866-88A7-6087-DB84-65271E2A42F4}"/>
              </a:ext>
            </a:extLst>
          </p:cNvPr>
          <p:cNvSpPr/>
          <p:nvPr/>
        </p:nvSpPr>
        <p:spPr>
          <a:xfrm flipV="1">
            <a:off x="4242804" y="5823763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3" name="楕円 102">
            <a:extLst>
              <a:ext uri="{FF2B5EF4-FFF2-40B4-BE49-F238E27FC236}">
                <a16:creationId xmlns:a16="http://schemas.microsoft.com/office/drawing/2014/main" id="{39E5D35F-EF07-3D59-A301-9DF2A5566C2F}"/>
              </a:ext>
            </a:extLst>
          </p:cNvPr>
          <p:cNvSpPr/>
          <p:nvPr/>
        </p:nvSpPr>
        <p:spPr>
          <a:xfrm flipV="1">
            <a:off x="3286195" y="5823763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6" name="五角形 223">
            <a:extLst>
              <a:ext uri="{FF2B5EF4-FFF2-40B4-BE49-F238E27FC236}">
                <a16:creationId xmlns:a16="http://schemas.microsoft.com/office/drawing/2014/main" id="{11039509-1B34-E1A4-1EED-746F54EB23EE}"/>
              </a:ext>
            </a:extLst>
          </p:cNvPr>
          <p:cNvSpPr/>
          <p:nvPr/>
        </p:nvSpPr>
        <p:spPr>
          <a:xfrm flipV="1">
            <a:off x="3576925" y="4977403"/>
            <a:ext cx="499828" cy="277962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五角形 223">
            <a:extLst>
              <a:ext uri="{FF2B5EF4-FFF2-40B4-BE49-F238E27FC236}">
                <a16:creationId xmlns:a16="http://schemas.microsoft.com/office/drawing/2014/main" id="{FEC06574-9858-9D11-4479-42F259DCB54A}"/>
              </a:ext>
            </a:extLst>
          </p:cNvPr>
          <p:cNvSpPr/>
          <p:nvPr/>
        </p:nvSpPr>
        <p:spPr>
          <a:xfrm flipV="1">
            <a:off x="3576925" y="4998012"/>
            <a:ext cx="499828" cy="277962"/>
          </a:xfrm>
          <a:prstGeom prst="triangle">
            <a:avLst/>
          </a:prstGeom>
          <a:solidFill>
            <a:srgbClr val="A3A3A3"/>
          </a:solidFill>
          <a:ln>
            <a:solidFill>
              <a:srgbClr val="A3A3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9" name="グループ化 148">
            <a:extLst>
              <a:ext uri="{FF2B5EF4-FFF2-40B4-BE49-F238E27FC236}">
                <a16:creationId xmlns:a16="http://schemas.microsoft.com/office/drawing/2014/main" id="{77E366D5-6B62-17C1-9FA0-CEA340BA43FF}"/>
              </a:ext>
            </a:extLst>
          </p:cNvPr>
          <p:cNvGrpSpPr/>
          <p:nvPr/>
        </p:nvGrpSpPr>
        <p:grpSpPr>
          <a:xfrm flipV="1">
            <a:off x="3075202" y="5279143"/>
            <a:ext cx="1474932" cy="481087"/>
            <a:chOff x="3075202" y="5185476"/>
            <a:chExt cx="1474932" cy="481087"/>
          </a:xfrm>
        </p:grpSpPr>
        <p:sp>
          <p:nvSpPr>
            <p:cNvPr id="98" name="楕円 97">
              <a:extLst>
                <a:ext uri="{FF2B5EF4-FFF2-40B4-BE49-F238E27FC236}">
                  <a16:creationId xmlns:a16="http://schemas.microsoft.com/office/drawing/2014/main" id="{13F33059-00A6-1B00-3608-EDEA5C666DC7}"/>
                </a:ext>
              </a:extLst>
            </p:cNvPr>
            <p:cNvSpPr/>
            <p:nvPr/>
          </p:nvSpPr>
          <p:spPr>
            <a:xfrm flipV="1">
              <a:off x="3075202" y="5334339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9" name="楕円 98">
              <a:extLst>
                <a:ext uri="{FF2B5EF4-FFF2-40B4-BE49-F238E27FC236}">
                  <a16:creationId xmlns:a16="http://schemas.microsoft.com/office/drawing/2014/main" id="{A3C7B689-6E47-D02F-68E1-675479307886}"/>
                </a:ext>
              </a:extLst>
            </p:cNvPr>
            <p:cNvSpPr/>
            <p:nvPr/>
          </p:nvSpPr>
          <p:spPr>
            <a:xfrm flipV="1">
              <a:off x="4410356" y="5340479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105" name="グループ化 104">
              <a:extLst>
                <a:ext uri="{FF2B5EF4-FFF2-40B4-BE49-F238E27FC236}">
                  <a16:creationId xmlns:a16="http://schemas.microsoft.com/office/drawing/2014/main" id="{23C0DFF5-5ED3-13A1-AE70-BB60A1A58F9C}"/>
                </a:ext>
              </a:extLst>
            </p:cNvPr>
            <p:cNvGrpSpPr/>
            <p:nvPr/>
          </p:nvGrpSpPr>
          <p:grpSpPr>
            <a:xfrm>
              <a:off x="3487431" y="5519553"/>
              <a:ext cx="668532" cy="147010"/>
              <a:chOff x="1158383" y="5419540"/>
              <a:chExt cx="668532" cy="147010"/>
            </a:xfrm>
          </p:grpSpPr>
          <p:sp>
            <p:nvSpPr>
              <p:cNvPr id="141" name="楕円 140">
                <a:extLst>
                  <a:ext uri="{FF2B5EF4-FFF2-40B4-BE49-F238E27FC236}">
                    <a16:creationId xmlns:a16="http://schemas.microsoft.com/office/drawing/2014/main" id="{0F070826-EF74-06A6-2820-694B7F4BC523}"/>
                  </a:ext>
                </a:extLst>
              </p:cNvPr>
              <p:cNvSpPr/>
              <p:nvPr/>
            </p:nvSpPr>
            <p:spPr>
              <a:xfrm flipV="1">
                <a:off x="1687137" y="5419540"/>
                <a:ext cx="139778" cy="13977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48" name="楕円 147">
                <a:extLst>
                  <a:ext uri="{FF2B5EF4-FFF2-40B4-BE49-F238E27FC236}">
                    <a16:creationId xmlns:a16="http://schemas.microsoft.com/office/drawing/2014/main" id="{82313176-C71D-0E04-23C4-4A08C1E93D56}"/>
                  </a:ext>
                </a:extLst>
              </p:cNvPr>
              <p:cNvSpPr/>
              <p:nvPr/>
            </p:nvSpPr>
            <p:spPr>
              <a:xfrm flipV="1">
                <a:off x="1158383" y="5426772"/>
                <a:ext cx="139778" cy="13977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cxnSp>
          <p:nvCxnSpPr>
            <p:cNvPr id="107" name="直線コネクタ 106">
              <a:extLst>
                <a:ext uri="{FF2B5EF4-FFF2-40B4-BE49-F238E27FC236}">
                  <a16:creationId xmlns:a16="http://schemas.microsoft.com/office/drawing/2014/main" id="{765B8A78-5609-480A-541B-C6CAA0550F18}"/>
                </a:ext>
              </a:extLst>
            </p:cNvPr>
            <p:cNvCxnSpPr>
              <a:cxnSpLocks/>
              <a:stCxn id="98" idx="2"/>
              <a:endCxn id="95" idx="4"/>
            </p:cNvCxnSpPr>
            <p:nvPr/>
          </p:nvCxnSpPr>
          <p:spPr>
            <a:xfrm>
              <a:off x="3075202" y="5404228"/>
              <a:ext cx="477464" cy="196042"/>
            </a:xfrm>
            <a:prstGeom prst="lin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82BD5F2A-8EC5-8160-6AE6-BDBF8CAF0E5C}"/>
                </a:ext>
              </a:extLst>
            </p:cNvPr>
            <p:cNvCxnSpPr>
              <a:cxnSpLocks/>
              <a:stCxn id="99" idx="6"/>
              <a:endCxn id="95" idx="3"/>
            </p:cNvCxnSpPr>
            <p:nvPr/>
          </p:nvCxnSpPr>
          <p:spPr>
            <a:xfrm flipH="1">
              <a:off x="4090713" y="5410368"/>
              <a:ext cx="459421" cy="178162"/>
            </a:xfrm>
            <a:prstGeom prst="lin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C21C780D-94C4-BE12-C128-677D86C2BE32}"/>
                </a:ext>
              </a:extLst>
            </p:cNvPr>
            <p:cNvCxnSpPr>
              <a:cxnSpLocks/>
              <a:stCxn id="95" idx="4"/>
              <a:endCxn id="106" idx="0"/>
            </p:cNvCxnSpPr>
            <p:nvPr/>
          </p:nvCxnSpPr>
          <p:spPr>
            <a:xfrm flipV="1">
              <a:off x="3552666" y="5255365"/>
              <a:ext cx="274173" cy="344905"/>
            </a:xfrm>
            <a:prstGeom prst="lin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090A4F72-88C2-61FD-295A-EA2C88061435}"/>
                </a:ext>
              </a:extLst>
            </p:cNvPr>
            <p:cNvCxnSpPr>
              <a:cxnSpLocks/>
              <a:stCxn id="95" idx="3"/>
              <a:endCxn id="106" idx="0"/>
            </p:cNvCxnSpPr>
            <p:nvPr/>
          </p:nvCxnSpPr>
          <p:spPr>
            <a:xfrm flipH="1" flipV="1">
              <a:off x="3826839" y="5255365"/>
              <a:ext cx="263874" cy="333165"/>
            </a:xfrm>
            <a:prstGeom prst="lin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楕円 137">
              <a:extLst>
                <a:ext uri="{FF2B5EF4-FFF2-40B4-BE49-F238E27FC236}">
                  <a16:creationId xmlns:a16="http://schemas.microsoft.com/office/drawing/2014/main" id="{AB160874-CCB9-01BD-A6A6-DEF8878C2BFE}"/>
                </a:ext>
              </a:extLst>
            </p:cNvPr>
            <p:cNvSpPr/>
            <p:nvPr/>
          </p:nvSpPr>
          <p:spPr>
            <a:xfrm>
              <a:off x="3752619" y="5185476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139" name="楕円 138">
            <a:extLst>
              <a:ext uri="{FF2B5EF4-FFF2-40B4-BE49-F238E27FC236}">
                <a16:creationId xmlns:a16="http://schemas.microsoft.com/office/drawing/2014/main" id="{0C719293-E8E1-CEF4-9EFE-55D2CB1239FA}"/>
              </a:ext>
            </a:extLst>
          </p:cNvPr>
          <p:cNvSpPr/>
          <p:nvPr/>
        </p:nvSpPr>
        <p:spPr>
          <a:xfrm>
            <a:off x="4007604" y="491267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0" name="楕円 139">
            <a:extLst>
              <a:ext uri="{FF2B5EF4-FFF2-40B4-BE49-F238E27FC236}">
                <a16:creationId xmlns:a16="http://schemas.microsoft.com/office/drawing/2014/main" id="{B10EEA6E-808C-5B69-94E7-F75521B273F8}"/>
              </a:ext>
            </a:extLst>
          </p:cNvPr>
          <p:cNvSpPr/>
          <p:nvPr/>
        </p:nvSpPr>
        <p:spPr>
          <a:xfrm>
            <a:off x="3496013" y="491267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5A47AE4-059B-1572-CC34-5C48FAF21A4D}"/>
              </a:ext>
            </a:extLst>
          </p:cNvPr>
          <p:cNvSpPr/>
          <p:nvPr/>
        </p:nvSpPr>
        <p:spPr>
          <a:xfrm flipV="1">
            <a:off x="6132489" y="5287271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DF79CAFB-5B94-096F-883D-152A708E8E24}"/>
              </a:ext>
            </a:extLst>
          </p:cNvPr>
          <p:cNvSpPr/>
          <p:nvPr/>
        </p:nvSpPr>
        <p:spPr>
          <a:xfrm flipV="1">
            <a:off x="6133842" y="4824281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430C03D5-EB1B-59DB-2064-18F324AC237A}"/>
              </a:ext>
            </a:extLst>
          </p:cNvPr>
          <p:cNvSpPr/>
          <p:nvPr/>
        </p:nvSpPr>
        <p:spPr>
          <a:xfrm flipV="1">
            <a:off x="5560204" y="505120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6" name="楕円 165">
            <a:extLst>
              <a:ext uri="{FF2B5EF4-FFF2-40B4-BE49-F238E27FC236}">
                <a16:creationId xmlns:a16="http://schemas.microsoft.com/office/drawing/2014/main" id="{D5124E30-706A-AE82-DB2A-BB766C775032}"/>
              </a:ext>
            </a:extLst>
          </p:cNvPr>
          <p:cNvSpPr/>
          <p:nvPr/>
        </p:nvSpPr>
        <p:spPr>
          <a:xfrm flipV="1">
            <a:off x="6704775" y="5051209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7" name="ひし形 166">
            <a:extLst>
              <a:ext uri="{FF2B5EF4-FFF2-40B4-BE49-F238E27FC236}">
                <a16:creationId xmlns:a16="http://schemas.microsoft.com/office/drawing/2014/main" id="{192F7C0B-81EA-9F93-ADFB-7BD37D8053A2}"/>
              </a:ext>
            </a:extLst>
          </p:cNvPr>
          <p:cNvSpPr/>
          <p:nvPr/>
        </p:nvSpPr>
        <p:spPr>
          <a:xfrm>
            <a:off x="5632486" y="4899381"/>
            <a:ext cx="1142490" cy="456844"/>
          </a:xfrm>
          <a:prstGeom prst="diamon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2" name="楕円 171">
            <a:extLst>
              <a:ext uri="{FF2B5EF4-FFF2-40B4-BE49-F238E27FC236}">
                <a16:creationId xmlns:a16="http://schemas.microsoft.com/office/drawing/2014/main" id="{6AE055CD-E3FC-8714-D751-E3AE33400216}"/>
              </a:ext>
            </a:extLst>
          </p:cNvPr>
          <p:cNvSpPr/>
          <p:nvPr/>
        </p:nvSpPr>
        <p:spPr>
          <a:xfrm flipV="1">
            <a:off x="5846465" y="5484773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3" name="楕円 172">
            <a:extLst>
              <a:ext uri="{FF2B5EF4-FFF2-40B4-BE49-F238E27FC236}">
                <a16:creationId xmlns:a16="http://schemas.microsoft.com/office/drawing/2014/main" id="{19491D2B-99D4-BF85-AA94-06A1F3A3BEA8}"/>
              </a:ext>
            </a:extLst>
          </p:cNvPr>
          <p:cNvSpPr/>
          <p:nvPr/>
        </p:nvSpPr>
        <p:spPr>
          <a:xfrm flipV="1">
            <a:off x="6415828" y="5484773"/>
            <a:ext cx="139778" cy="1397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200" name="グループ化 199">
            <a:extLst>
              <a:ext uri="{FF2B5EF4-FFF2-40B4-BE49-F238E27FC236}">
                <a16:creationId xmlns:a16="http://schemas.microsoft.com/office/drawing/2014/main" id="{CA216868-BD33-F8B8-DA98-451C8A990F56}"/>
              </a:ext>
            </a:extLst>
          </p:cNvPr>
          <p:cNvGrpSpPr/>
          <p:nvPr/>
        </p:nvGrpSpPr>
        <p:grpSpPr>
          <a:xfrm>
            <a:off x="5769576" y="5747724"/>
            <a:ext cx="865605" cy="489719"/>
            <a:chOff x="5779814" y="5728674"/>
            <a:chExt cx="865605" cy="489719"/>
          </a:xfrm>
        </p:grpSpPr>
        <p:sp>
          <p:nvSpPr>
            <p:cNvPr id="160" name="楕円 159">
              <a:extLst>
                <a:ext uri="{FF2B5EF4-FFF2-40B4-BE49-F238E27FC236}">
                  <a16:creationId xmlns:a16="http://schemas.microsoft.com/office/drawing/2014/main" id="{9DE3800B-6936-8A60-FD50-3BD6BC259214}"/>
                </a:ext>
              </a:extLst>
            </p:cNvPr>
            <p:cNvSpPr/>
            <p:nvPr/>
          </p:nvSpPr>
          <p:spPr>
            <a:xfrm flipV="1">
              <a:off x="6142727" y="5728674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1" name="楕円 160">
              <a:extLst>
                <a:ext uri="{FF2B5EF4-FFF2-40B4-BE49-F238E27FC236}">
                  <a16:creationId xmlns:a16="http://schemas.microsoft.com/office/drawing/2014/main" id="{9CA51A7F-74DE-CFB8-4530-248787CF347F}"/>
                </a:ext>
              </a:extLst>
            </p:cNvPr>
            <p:cNvSpPr/>
            <p:nvPr/>
          </p:nvSpPr>
          <p:spPr>
            <a:xfrm flipV="1">
              <a:off x="6142727" y="6078615"/>
              <a:ext cx="139778" cy="13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199" name="グループ化 198">
              <a:extLst>
                <a:ext uri="{FF2B5EF4-FFF2-40B4-BE49-F238E27FC236}">
                  <a16:creationId xmlns:a16="http://schemas.microsoft.com/office/drawing/2014/main" id="{CB793BBB-F9A2-9163-B904-52844738E676}"/>
                </a:ext>
              </a:extLst>
            </p:cNvPr>
            <p:cNvGrpSpPr/>
            <p:nvPr/>
          </p:nvGrpSpPr>
          <p:grpSpPr>
            <a:xfrm>
              <a:off x="5779814" y="5894815"/>
              <a:ext cx="865605" cy="151685"/>
              <a:chOff x="5779814" y="5894815"/>
              <a:chExt cx="865605" cy="151685"/>
            </a:xfrm>
          </p:grpSpPr>
          <p:sp>
            <p:nvSpPr>
              <p:cNvPr id="170" name="楕円 169">
                <a:extLst>
                  <a:ext uri="{FF2B5EF4-FFF2-40B4-BE49-F238E27FC236}">
                    <a16:creationId xmlns:a16="http://schemas.microsoft.com/office/drawing/2014/main" id="{661AD708-3047-BE13-634B-D6513A0EC3C2}"/>
                  </a:ext>
                </a:extLst>
              </p:cNvPr>
              <p:cNvSpPr/>
              <p:nvPr/>
            </p:nvSpPr>
            <p:spPr>
              <a:xfrm flipV="1">
                <a:off x="6505641" y="5906722"/>
                <a:ext cx="139778" cy="13977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71" name="楕円 170">
                <a:extLst>
                  <a:ext uri="{FF2B5EF4-FFF2-40B4-BE49-F238E27FC236}">
                    <a16:creationId xmlns:a16="http://schemas.microsoft.com/office/drawing/2014/main" id="{357B1DDF-A37B-CE51-8C05-12C934184287}"/>
                  </a:ext>
                </a:extLst>
              </p:cNvPr>
              <p:cNvSpPr/>
              <p:nvPr/>
            </p:nvSpPr>
            <p:spPr>
              <a:xfrm flipV="1">
                <a:off x="5779814" y="5894815"/>
                <a:ext cx="139778" cy="13977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184" name="ひし形 183">
              <a:extLst>
                <a:ext uri="{FF2B5EF4-FFF2-40B4-BE49-F238E27FC236}">
                  <a16:creationId xmlns:a16="http://schemas.microsoft.com/office/drawing/2014/main" id="{CD172B36-3573-1A78-AA70-36CCE9E7D373}"/>
                </a:ext>
              </a:extLst>
            </p:cNvPr>
            <p:cNvSpPr/>
            <p:nvPr/>
          </p:nvSpPr>
          <p:spPr>
            <a:xfrm>
              <a:off x="5843234" y="5807869"/>
              <a:ext cx="738764" cy="348803"/>
            </a:xfrm>
            <a:prstGeom prst="diamond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cxnSp>
        <p:nvCxnSpPr>
          <p:cNvPr id="213" name="直線コネクタ 212">
            <a:extLst>
              <a:ext uri="{FF2B5EF4-FFF2-40B4-BE49-F238E27FC236}">
                <a16:creationId xmlns:a16="http://schemas.microsoft.com/office/drawing/2014/main" id="{44B2AF05-5E9F-9950-F7D1-9D563332554C}"/>
              </a:ext>
            </a:extLst>
          </p:cNvPr>
          <p:cNvCxnSpPr>
            <a:cxnSpLocks/>
            <a:endCxn id="184" idx="2"/>
          </p:cNvCxnSpPr>
          <p:nvPr/>
        </p:nvCxnSpPr>
        <p:spPr>
          <a:xfrm flipH="1">
            <a:off x="6202378" y="4899381"/>
            <a:ext cx="1353" cy="12763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ひし形 222">
            <a:extLst>
              <a:ext uri="{FF2B5EF4-FFF2-40B4-BE49-F238E27FC236}">
                <a16:creationId xmlns:a16="http://schemas.microsoft.com/office/drawing/2014/main" id="{C7AEA831-81E6-0DCF-F33B-2B357A43C968}"/>
              </a:ext>
            </a:extLst>
          </p:cNvPr>
          <p:cNvSpPr/>
          <p:nvPr/>
        </p:nvSpPr>
        <p:spPr>
          <a:xfrm>
            <a:off x="5921745" y="5362575"/>
            <a:ext cx="563972" cy="466725"/>
          </a:xfrm>
          <a:custGeom>
            <a:avLst/>
            <a:gdLst>
              <a:gd name="csX0" fmla="*/ 0 w 563972"/>
              <a:gd name="csY0" fmla="*/ 192088 h 384175"/>
              <a:gd name="csX1" fmla="*/ 281986 w 563972"/>
              <a:gd name="csY1" fmla="*/ 0 h 384175"/>
              <a:gd name="csX2" fmla="*/ 563972 w 563972"/>
              <a:gd name="csY2" fmla="*/ 192088 h 384175"/>
              <a:gd name="csX3" fmla="*/ 281986 w 563972"/>
              <a:gd name="csY3" fmla="*/ 384175 h 384175"/>
              <a:gd name="csX4" fmla="*/ 0 w 563972"/>
              <a:gd name="csY4" fmla="*/ 192088 h 384175"/>
              <a:gd name="csX0" fmla="*/ 0 w 563972"/>
              <a:gd name="csY0" fmla="*/ 192088 h 466725"/>
              <a:gd name="csX1" fmla="*/ 281986 w 563972"/>
              <a:gd name="csY1" fmla="*/ 0 h 466725"/>
              <a:gd name="csX2" fmla="*/ 563972 w 563972"/>
              <a:gd name="csY2" fmla="*/ 192088 h 466725"/>
              <a:gd name="csX3" fmla="*/ 285161 w 563972"/>
              <a:gd name="csY3" fmla="*/ 466725 h 466725"/>
              <a:gd name="csX4" fmla="*/ 0 w 563972"/>
              <a:gd name="csY4" fmla="*/ 192088 h 466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3972" h="466725">
                <a:moveTo>
                  <a:pt x="0" y="192088"/>
                </a:moveTo>
                <a:lnTo>
                  <a:pt x="281986" y="0"/>
                </a:lnTo>
                <a:lnTo>
                  <a:pt x="563972" y="192088"/>
                </a:lnTo>
                <a:lnTo>
                  <a:pt x="285161" y="466725"/>
                </a:lnTo>
                <a:lnTo>
                  <a:pt x="0" y="192088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26" name="直線コネクタ 225">
            <a:extLst>
              <a:ext uri="{FF2B5EF4-FFF2-40B4-BE49-F238E27FC236}">
                <a16:creationId xmlns:a16="http://schemas.microsoft.com/office/drawing/2014/main" id="{EEEA7B8D-2B04-C8B2-0D4E-2ED46DA16C7E}"/>
              </a:ext>
            </a:extLst>
          </p:cNvPr>
          <p:cNvCxnSpPr>
            <a:stCxn id="167" idx="1"/>
            <a:endCxn id="223" idx="0"/>
          </p:cNvCxnSpPr>
          <p:nvPr/>
        </p:nvCxnSpPr>
        <p:spPr>
          <a:xfrm>
            <a:off x="5632486" y="5127803"/>
            <a:ext cx="289259" cy="4268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直線コネクタ 226">
            <a:extLst>
              <a:ext uri="{FF2B5EF4-FFF2-40B4-BE49-F238E27FC236}">
                <a16:creationId xmlns:a16="http://schemas.microsoft.com/office/drawing/2014/main" id="{E491BF8B-F178-9F66-7422-8F087E24CA25}"/>
              </a:ext>
            </a:extLst>
          </p:cNvPr>
          <p:cNvCxnSpPr>
            <a:cxnSpLocks/>
            <a:stCxn id="167" idx="3"/>
            <a:endCxn id="223" idx="2"/>
          </p:cNvCxnSpPr>
          <p:nvPr/>
        </p:nvCxnSpPr>
        <p:spPr>
          <a:xfrm flipH="1">
            <a:off x="6485717" y="5127803"/>
            <a:ext cx="289259" cy="4268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直線コネクタ 233">
            <a:extLst>
              <a:ext uri="{FF2B5EF4-FFF2-40B4-BE49-F238E27FC236}">
                <a16:creationId xmlns:a16="http://schemas.microsoft.com/office/drawing/2014/main" id="{9F8C5531-D80D-5C20-6EE4-EA0858F1A4A2}"/>
              </a:ext>
            </a:extLst>
          </p:cNvPr>
          <p:cNvCxnSpPr>
            <a:cxnSpLocks/>
            <a:stCxn id="223" idx="2"/>
            <a:endCxn id="184" idx="3"/>
          </p:cNvCxnSpPr>
          <p:nvPr/>
        </p:nvCxnSpPr>
        <p:spPr>
          <a:xfrm>
            <a:off x="6485717" y="5554663"/>
            <a:ext cx="86043" cy="4466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直線コネクタ 236">
            <a:extLst>
              <a:ext uri="{FF2B5EF4-FFF2-40B4-BE49-F238E27FC236}">
                <a16:creationId xmlns:a16="http://schemas.microsoft.com/office/drawing/2014/main" id="{3D504389-4A8B-15D3-8B84-831633CB790F}"/>
              </a:ext>
            </a:extLst>
          </p:cNvPr>
          <p:cNvCxnSpPr>
            <a:cxnSpLocks/>
            <a:stCxn id="223" idx="0"/>
            <a:endCxn id="184" idx="1"/>
          </p:cNvCxnSpPr>
          <p:nvPr/>
        </p:nvCxnSpPr>
        <p:spPr>
          <a:xfrm flipH="1">
            <a:off x="5832996" y="5554663"/>
            <a:ext cx="88749" cy="4466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直線コネクタ 241">
            <a:extLst>
              <a:ext uri="{FF2B5EF4-FFF2-40B4-BE49-F238E27FC236}">
                <a16:creationId xmlns:a16="http://schemas.microsoft.com/office/drawing/2014/main" id="{6AAD8156-3020-E891-A180-23CFE8C5E0E2}"/>
              </a:ext>
            </a:extLst>
          </p:cNvPr>
          <p:cNvCxnSpPr>
            <a:cxnSpLocks/>
            <a:stCxn id="167" idx="3"/>
            <a:endCxn id="184" idx="3"/>
          </p:cNvCxnSpPr>
          <p:nvPr/>
        </p:nvCxnSpPr>
        <p:spPr>
          <a:xfrm flipH="1">
            <a:off x="6571760" y="5127803"/>
            <a:ext cx="203216" cy="8735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直線コネクタ 244">
            <a:extLst>
              <a:ext uri="{FF2B5EF4-FFF2-40B4-BE49-F238E27FC236}">
                <a16:creationId xmlns:a16="http://schemas.microsoft.com/office/drawing/2014/main" id="{B5FFFB98-CA98-1780-E2AF-0854D26A11C3}"/>
              </a:ext>
            </a:extLst>
          </p:cNvPr>
          <p:cNvCxnSpPr>
            <a:cxnSpLocks/>
            <a:stCxn id="167" idx="1"/>
            <a:endCxn id="184" idx="1"/>
          </p:cNvCxnSpPr>
          <p:nvPr/>
        </p:nvCxnSpPr>
        <p:spPr>
          <a:xfrm>
            <a:off x="5632486" y="5127803"/>
            <a:ext cx="200510" cy="8735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459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8508-FB6E-FA0B-C0BB-137EDF376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84CFA168-7D2B-B04B-D1B2-66A19A0A4AD2}"/>
              </a:ext>
            </a:extLst>
          </p:cNvPr>
          <p:cNvGrpSpPr/>
          <p:nvPr/>
        </p:nvGrpSpPr>
        <p:grpSpPr>
          <a:xfrm>
            <a:off x="2174875" y="1810327"/>
            <a:ext cx="4654549" cy="1091623"/>
            <a:chOff x="2174876" y="1810327"/>
            <a:chExt cx="4355234" cy="1091623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BC752AAD-7C8E-0A8D-920D-0BC2E1D4F702}"/>
                </a:ext>
              </a:extLst>
            </p:cNvPr>
            <p:cNvSpPr/>
            <p:nvPr/>
          </p:nvSpPr>
          <p:spPr>
            <a:xfrm>
              <a:off x="2174876" y="1810327"/>
              <a:ext cx="4355234" cy="109162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b="1" dirty="0"/>
                <a:t>formation/system analysis</a:t>
              </a:r>
              <a:endParaRPr kumimoji="1" lang="ja-JP" altLang="en-US" sz="2400" b="1" dirty="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BB79E75-A1E9-5C07-FCFE-1AAC14268AE9}"/>
                </a:ext>
              </a:extLst>
            </p:cNvPr>
            <p:cNvSpPr/>
            <p:nvPr/>
          </p:nvSpPr>
          <p:spPr>
            <a:xfrm>
              <a:off x="2255406" y="1889703"/>
              <a:ext cx="4194175" cy="92969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 b="1" dirty="0"/>
            </a:p>
          </p:txBody>
        </p:sp>
      </p:grpSp>
      <p:pic>
        <p:nvPicPr>
          <p:cNvPr id="2050" name="Picture 2" descr="S-PULSE REBRANDING PROJECT LAUNCH">
            <a:extLst>
              <a:ext uri="{FF2B5EF4-FFF2-40B4-BE49-F238E27FC236}">
                <a16:creationId xmlns:a16="http://schemas.microsoft.com/office/drawing/2014/main" id="{EE4EF67A-6248-0492-AE6E-015990FB6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371" y="3094531"/>
            <a:ext cx="6358392" cy="333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楕円 20">
            <a:extLst>
              <a:ext uri="{FF2B5EF4-FFF2-40B4-BE49-F238E27FC236}">
                <a16:creationId xmlns:a16="http://schemas.microsoft.com/office/drawing/2014/main" id="{C6147F20-4145-42EC-214F-F239F62804C7}"/>
              </a:ext>
            </a:extLst>
          </p:cNvPr>
          <p:cNvSpPr/>
          <p:nvPr/>
        </p:nvSpPr>
        <p:spPr>
          <a:xfrm>
            <a:off x="2034719" y="3429000"/>
            <a:ext cx="2467430" cy="2467430"/>
          </a:xfrm>
          <a:prstGeom prst="ellipse">
            <a:avLst/>
          </a:prstGeom>
          <a:solidFill>
            <a:srgbClr val="003D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2294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FEFC5A0-2EEA-4124-0874-59A1AE0596A7}"/>
              </a:ext>
            </a:extLst>
          </p:cNvPr>
          <p:cNvSpPr txBox="1"/>
          <p:nvPr/>
        </p:nvSpPr>
        <p:spPr>
          <a:xfrm>
            <a:off x="0" y="23881"/>
            <a:ext cx="2085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u="sng" dirty="0">
                <a:effectLst>
                  <a:glow rad="101600">
                    <a:schemeClr val="bg1">
                      <a:alpha val="60000"/>
                    </a:schemeClr>
                  </a:glow>
                </a:effectLst>
              </a:rPr>
              <a:t>百年構想リーグ</a:t>
            </a:r>
          </a:p>
        </p:txBody>
      </p:sp>
      <p:pic>
        <p:nvPicPr>
          <p:cNvPr id="11" name="図 10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DB868A30-39AD-104C-002C-6D4095F1D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212"/>
            <a:ext cx="4126460" cy="6464787"/>
          </a:xfrm>
          <a:prstGeom prst="rect">
            <a:avLst/>
          </a:prstGeom>
        </p:spPr>
      </p:pic>
      <p:pic>
        <p:nvPicPr>
          <p:cNvPr id="13" name="図 12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30DB9C49-EE86-10E3-1706-974323359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042" y="399396"/>
            <a:ext cx="4001290" cy="6458604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414E3A-FB88-DB65-F998-5D5C2A15C6BB}"/>
              </a:ext>
            </a:extLst>
          </p:cNvPr>
          <p:cNvSpPr txBox="1"/>
          <p:nvPr/>
        </p:nvSpPr>
        <p:spPr>
          <a:xfrm>
            <a:off x="8686800" y="673100"/>
            <a:ext cx="2984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FW</a:t>
            </a:r>
            <a:r>
              <a:rPr kumimoji="1" lang="ja-JP" altLang="en-US" dirty="0"/>
              <a:t>：</a:t>
            </a:r>
            <a:r>
              <a:rPr kumimoji="1" lang="en-US" altLang="ja-JP" dirty="0"/>
              <a:t>26,28,35</a:t>
            </a:r>
          </a:p>
          <a:p>
            <a:r>
              <a:rPr lang="en-US" altLang="ja-JP" dirty="0"/>
              <a:t>MF</a:t>
            </a:r>
            <a:r>
              <a:rPr lang="ja-JP" altLang="en-US" dirty="0"/>
              <a:t>：</a:t>
            </a:r>
            <a:r>
              <a:rPr lang="en-US" altLang="ja-JP" dirty="0"/>
              <a:t>44</a:t>
            </a:r>
          </a:p>
          <a:p>
            <a:r>
              <a:rPr kumimoji="1" lang="en-US" altLang="ja-JP" dirty="0"/>
              <a:t>LS</a:t>
            </a:r>
            <a:r>
              <a:rPr kumimoji="1" lang="ja-JP" altLang="en-US" dirty="0"/>
              <a:t>：</a:t>
            </a:r>
            <a:r>
              <a:rPr lang="en-US" altLang="ja-JP" dirty="0"/>
              <a:t>38</a:t>
            </a:r>
          </a:p>
          <a:p>
            <a:r>
              <a:rPr kumimoji="1" lang="en-US" altLang="ja-JP" dirty="0"/>
              <a:t>RS</a:t>
            </a:r>
            <a:r>
              <a:rPr kumimoji="1" lang="ja-JP" altLang="en-US" dirty="0"/>
              <a:t>：</a:t>
            </a:r>
            <a:r>
              <a:rPr kumimoji="1" lang="en-US" altLang="ja-JP" dirty="0"/>
              <a:t>33</a:t>
            </a:r>
          </a:p>
          <a:p>
            <a:r>
              <a:rPr kumimoji="1" lang="en-US" altLang="ja-JP" dirty="0"/>
              <a:t>DF</a:t>
            </a:r>
            <a:r>
              <a:rPr kumimoji="1" lang="ja-JP" altLang="en-US" dirty="0"/>
              <a:t>：</a:t>
            </a:r>
            <a:r>
              <a:rPr kumimoji="1" lang="en-US" altLang="ja-JP" dirty="0"/>
              <a:t>16</a:t>
            </a:r>
          </a:p>
          <a:p>
            <a:r>
              <a:rPr lang="en-US" altLang="ja-JP" dirty="0"/>
              <a:t>GK</a:t>
            </a:r>
            <a:r>
              <a:rPr lang="ja-JP" altLang="en-US" dirty="0"/>
              <a:t>：</a:t>
            </a:r>
            <a:r>
              <a:rPr lang="en-US" altLang="ja-JP" dirty="0"/>
              <a:t>21,32,39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4</a:t>
            </a:r>
            <a:r>
              <a:rPr lang="en-US" altLang="ja-JP" dirty="0"/>
              <a:t>2,43,45,46</a:t>
            </a:r>
          </a:p>
          <a:p>
            <a:r>
              <a:rPr kumimoji="1" lang="en-US" altLang="ja-JP" dirty="0"/>
              <a:t>51,53,55,57,58</a:t>
            </a:r>
            <a:endParaRPr kumimoji="1" lang="ja-JP" altLang="en-US" dirty="0"/>
          </a:p>
        </p:txBody>
      </p:sp>
      <p:sp>
        <p:nvSpPr>
          <p:cNvPr id="15" name="右中かっこ 14">
            <a:extLst>
              <a:ext uri="{FF2B5EF4-FFF2-40B4-BE49-F238E27FC236}">
                <a16:creationId xmlns:a16="http://schemas.microsoft.com/office/drawing/2014/main" id="{CF6AA723-7358-5705-1588-0679357A5EE0}"/>
              </a:ext>
            </a:extLst>
          </p:cNvPr>
          <p:cNvSpPr/>
          <p:nvPr/>
        </p:nvSpPr>
        <p:spPr>
          <a:xfrm>
            <a:off x="10337800" y="673100"/>
            <a:ext cx="292100" cy="1790700"/>
          </a:xfrm>
          <a:prstGeom prst="rightBrace">
            <a:avLst>
              <a:gd name="adj1" fmla="val 26087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F23D248-EA07-308A-64A1-9F0C23CA1EAD}"/>
              </a:ext>
            </a:extLst>
          </p:cNvPr>
          <p:cNvSpPr txBox="1"/>
          <p:nvPr/>
        </p:nvSpPr>
        <p:spPr>
          <a:xfrm>
            <a:off x="10488613" y="1383784"/>
            <a:ext cx="85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10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062133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Vissel Kobe">
      <a:dk1>
        <a:sysClr val="windowText" lastClr="000000"/>
      </a:dk1>
      <a:lt1>
        <a:sysClr val="window" lastClr="FFFFFF"/>
      </a:lt1>
      <a:dk2>
        <a:srgbClr val="262626"/>
      </a:dk2>
      <a:lt2>
        <a:srgbClr val="AEAEAE"/>
      </a:lt2>
      <a:accent1>
        <a:srgbClr val="841617"/>
      </a:accent1>
      <a:accent2>
        <a:srgbClr val="FF8F33"/>
      </a:accent2>
      <a:accent3>
        <a:srgbClr val="0F9ED5"/>
      </a:accent3>
      <a:accent4>
        <a:srgbClr val="196B24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</TotalTime>
  <Words>31</Words>
  <Application>Microsoft Office PowerPoint</Application>
  <PresentationFormat>ワイド画面</PresentationFormat>
  <Paragraphs>15</Paragraphs>
  <Slides>10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1_Office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一稀 志方</dc:creator>
  <cp:lastModifiedBy>一稀 志方</cp:lastModifiedBy>
  <cp:revision>2</cp:revision>
  <dcterms:created xsi:type="dcterms:W3CDTF">2024-12-23T06:10:36Z</dcterms:created>
  <dcterms:modified xsi:type="dcterms:W3CDTF">2026-04-07T09:03:37Z</dcterms:modified>
</cp:coreProperties>
</file>